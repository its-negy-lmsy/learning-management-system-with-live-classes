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7063d0878b4198" /><Relationship Type="http://schemas.openxmlformats.org/officeDocument/2006/relationships/extended-properties" Target="/docProps/app.xml" Id="Ra78faae1926c4976" /><Relationship Type="http://schemas.openxmlformats.org/officeDocument/2006/relationships/officeDocument" Target="/ppt/presentation.xml" Id="R3514a5fe771c467d" /></Relationships>
</file>

<file path=ppt/presentation.xml><?xml version="1.0" encoding="utf-8"?>
<p:presentation xmlns:p="http://schemas.openxmlformats.org/presentationml/2006/main">
  <p:sldMasterIdLst>
    <p:sldMasterId xmlns:r="http://schemas.openxmlformats.org/officeDocument/2006/relationships" id="2147483648" r:id="R8ffc3bb910744de4"/>
  </p:sldMasterIdLst>
  <p:notesMasterIdLst>
    <p:notesMasterId xmlns:r="http://schemas.openxmlformats.org/officeDocument/2006/relationships" r:id="R3b61d72329e64546"/>
  </p:notesMasterIdLst>
  <p:sldIdLst>
    <p:sldId xmlns:r="http://schemas.openxmlformats.org/officeDocument/2006/relationships" id="256" r:id="Rcae6ae4d07824a2b"/>
    <p:sldId xmlns:r="http://schemas.openxmlformats.org/officeDocument/2006/relationships" id="257" r:id="Raa98d76f83eb4e87"/>
    <p:sldId xmlns:r="http://schemas.openxmlformats.org/officeDocument/2006/relationships" id="258" r:id="R6dc6b81d586b4f3c"/>
    <p:sldId xmlns:r="http://schemas.openxmlformats.org/officeDocument/2006/relationships" id="259" r:id="Rfb83a4ccb60b47c7"/>
    <p:sldId xmlns:r="http://schemas.openxmlformats.org/officeDocument/2006/relationships" id="260" r:id="R6522cd70f35d4877"/>
    <p:sldId xmlns:r="http://schemas.openxmlformats.org/officeDocument/2006/relationships" id="261" r:id="Rb4dd277b36154efc"/>
    <p:sldId xmlns:r="http://schemas.openxmlformats.org/officeDocument/2006/relationships" id="262" r:id="R71010c9303b34840"/>
    <p:sldId xmlns:r="http://schemas.openxmlformats.org/officeDocument/2006/relationships" id="263" r:id="R355f681e62eb463e"/>
    <p:sldId xmlns:r="http://schemas.openxmlformats.org/officeDocument/2006/relationships" id="264" r:id="R60a3045160c144ff"/>
    <p:sldId xmlns:r="http://schemas.openxmlformats.org/officeDocument/2006/relationships" id="265" r:id="Re5c514b110344b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02a9e28e6248ba" /><Relationship Type="http://schemas.openxmlformats.org/officeDocument/2006/relationships/slideMaster" Target="/ppt/slideMasters/slideMaster1.xml" Id="R8ffc3bb910744de4" /><Relationship Type="http://schemas.openxmlformats.org/officeDocument/2006/relationships/notesMaster" Target="/ppt/notesMasters/notesMaster1.xml" Id="R3b61d72329e64546" /><Relationship Type="http://schemas.openxmlformats.org/officeDocument/2006/relationships/presProps" Target="/ppt/presProps.xml" Id="Rd67a40b572ca4a4e" /><Relationship Type="http://schemas.openxmlformats.org/officeDocument/2006/relationships/tableStyles" Target="/ppt/tableStyles.xml" Id="R5632162aa40e4887" /><Relationship Type="http://schemas.openxmlformats.org/officeDocument/2006/relationships/slide" Target="/ppt/slides/slide1.xml" Id="Rcae6ae4d07824a2b" /><Relationship Type="http://schemas.openxmlformats.org/officeDocument/2006/relationships/slide" Target="/ppt/slides/slide2.xml" Id="Raa98d76f83eb4e87" /><Relationship Type="http://schemas.openxmlformats.org/officeDocument/2006/relationships/slide" Target="/ppt/slides/slide3.xml" Id="R6dc6b81d586b4f3c" /><Relationship Type="http://schemas.openxmlformats.org/officeDocument/2006/relationships/slide" Target="/ppt/slides/slide4.xml" Id="Rfb83a4ccb60b47c7" /><Relationship Type="http://schemas.openxmlformats.org/officeDocument/2006/relationships/slide" Target="/ppt/slides/slide5.xml" Id="R6522cd70f35d4877" /><Relationship Type="http://schemas.openxmlformats.org/officeDocument/2006/relationships/slide" Target="/ppt/slides/slide6.xml" Id="Rb4dd277b36154efc" /><Relationship Type="http://schemas.openxmlformats.org/officeDocument/2006/relationships/slide" Target="/ppt/slides/slide7.xml" Id="R71010c9303b34840" /><Relationship Type="http://schemas.openxmlformats.org/officeDocument/2006/relationships/slide" Target="/ppt/slides/slide8.xml" Id="R355f681e62eb463e" /><Relationship Type="http://schemas.openxmlformats.org/officeDocument/2006/relationships/slide" Target="/ppt/slides/slide9.xml" Id="R60a3045160c144ff" /><Relationship Type="http://schemas.openxmlformats.org/officeDocument/2006/relationships/slide" Target="/ppt/slides/slide10.xml" Id="Re5c514b110344b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ff275050054a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4b9461fd644945" /><Relationship Type="http://schemas.openxmlformats.org/officeDocument/2006/relationships/notesMaster" Target="/ppt/notesMasters/notesMaster1.xml" Id="R1c125ae098e54c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afddc35f0e43fe" /><Relationship Type="http://schemas.openxmlformats.org/officeDocument/2006/relationships/notesMaster" Target="/ppt/notesMasters/notesMaster1.xml" Id="Rfcb1d1e0f7b14e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391b77d67d4cc1" /><Relationship Type="http://schemas.openxmlformats.org/officeDocument/2006/relationships/notesMaster" Target="/ppt/notesMasters/notesMaster1.xml" Id="R45182dc1b60542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49c53b5a124b13" /><Relationship Type="http://schemas.openxmlformats.org/officeDocument/2006/relationships/notesMaster" Target="/ppt/notesMasters/notesMaster1.xml" Id="R230ead34542240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ca0e21dacd4855" /><Relationship Type="http://schemas.openxmlformats.org/officeDocument/2006/relationships/notesMaster" Target="/ppt/notesMasters/notesMaster1.xml" Id="R97ff91544c0b49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3766d906de4b67" /><Relationship Type="http://schemas.openxmlformats.org/officeDocument/2006/relationships/notesMaster" Target="/ppt/notesMasters/notesMaster1.xml" Id="R180fd52a152d40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d02d37b2f74ce8" /><Relationship Type="http://schemas.openxmlformats.org/officeDocument/2006/relationships/notesMaster" Target="/ppt/notesMasters/notesMaster1.xml" Id="R1e881ce4237048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b71a31c94348ed" /><Relationship Type="http://schemas.openxmlformats.org/officeDocument/2006/relationships/notesMaster" Target="/ppt/notesMasters/notesMaster1.xml" Id="R8fc98de97dfd48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f54e47db294262" /><Relationship Type="http://schemas.openxmlformats.org/officeDocument/2006/relationships/notesMaster" Target="/ppt/notesMasters/notesMaster1.xml" Id="Rd319c00dd4764f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bc712781114ec5" /><Relationship Type="http://schemas.openxmlformats.org/officeDocument/2006/relationships/notesMaster" Target="/ppt/notesMasters/notesMaster1.xml" Id="R8df91d35e48e44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 30 seconds</a:t>
            </a:r>
          </a:p>
          <a:p xmlns:a="http://schemas.openxmlformats.org/drawingml/2006/main">
            <a:r>
              <a:t/>
            </a:r>
          </a:p>
          <a:p xmlns:a="http://schemas.openxmlformats.org/drawingml/2006/main">
            <a:r>
              <a:t>Introduce Fieldnotes as a full online school: a place to discover a course, learn by video or live session, prove progress, and give instructors a clear view of their work. Preview the walkthrough: product, architecture, measured results, and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00:30–01:30 · 1 minute</a:t>
            </a:r>
          </a:p>
          <a:p xmlns:a="http://schemas.openxmlformats.org/drawingml/2006/main">
            <a:r>
              <a:t/>
            </a:r>
          </a:p>
          <a:p xmlns:a="http://schemas.openxmlformats.org/drawingml/2006/main">
            <a:r>
              <a:t>Frame the problem as a product requirement, not a market statistic: the supplied brief asks for a single school that supports students, instructors, and administrators. Walk each role in one sentence. The API checks role and resource ownership before protected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01:30–02:30 · 1 minute</a:t>
            </a:r>
          </a:p>
          <a:p xmlns:a="http://schemas.openxmlformats.org/drawingml/2006/main">
            <a:r>
              <a:t/>
            </a:r>
          </a:p>
          <a:p xmlns:a="http://schemas.openxmlformats.org/drawingml/2006/main">
            <a:r>
              <a:t>Walk the student path across the upper line. The course is the shared boundary: instructors author it, while student enrollment unlocks its learning resources. On the lower line, call out that instructors apply for access, create and publish content, schedule live sessions, then see payment ledger data in the earnings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02:30–04:00 · 1.5 minutes</a:t>
            </a:r>
          </a:p>
          <a:p xmlns:a="http://schemas.openxmlformats.org/drawingml/2006/main">
            <a:r>
              <a:t/>
            </a:r>
          </a:p>
          <a:p xmlns:a="http://schemas.openxmlformats.org/drawingml/2006/main">
            <a:r>
              <a:t>Start at the browser: React and Redux Toolkit call the versioned Express API. The API uses MongoDB in configured deployments and a clearly marked JSON store for a local demo. Uploads become background jobs: BullMQ and Redis in configured mode, or a durable local queue for this demo. A separate worker probes and transcodes with FFmpeg, stores HLS output, then the API mediates authorized playback. CloudFront, Stripe, and LiveKit adapters are present, but their live services need credentials.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04:00–05:30 · 1.5 minutes</a:t>
            </a:r>
          </a:p>
          <a:p xmlns:a="http://schemas.openxmlformats.org/drawingml/2006/main">
            <a:r>
              <a:t/>
            </a:r>
          </a:p>
          <a:p xmlns:a="http://schemas.openxmlformats.org/drawingml/2006/main">
            <a:r>
              <a:t>Explain each transition. Uploads are checked against the instructor and lesson, then a stable media ID is queued. The worker records processing state, probes the file, writes an HLS playlist and segments, and reports READY or FAILED. Playback routes check enrollment or preview rights; CloudFront signed URLs are returned only when the distribution and signing key are configured. Demo the generated 12-second sample if time permits.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05:30–06:30 · 1 minute</a:t>
            </a:r>
          </a:p>
          <a:p xmlns:a="http://schemas.openxmlformats.org/drawingml/2006/main">
            <a:r>
              <a:t/>
            </a:r>
          </a:p>
          <a:p xmlns:a="http://schemas.openxmlformats.org/drawingml/2006/main">
            <a:r>
              <a:t>Highlight that progress and grading are API decisions. Heartbeats store student progress; quiz answer keys are not returned before grading. Completion is required for certificate issuance, which creates a unique record and verifiable PDF. Authentication uses short-lived JWT access and hashed refresh tokens with rotation and revocation. In configured payment mode, enrollment follows a verified Stripe webhook, not a browser redirect.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06:30–07:30 · 1 minute</a:t>
            </a:r>
          </a:p>
          <a:p xmlns:a="http://schemas.openxmlformats.org/drawingml/2006/main">
            <a:r>
              <a:t/>
            </a:r>
          </a:p>
          <a:p xmlns:a="http://schemas.openxmlformats.org/drawingml/2006/main">
            <a:r>
              <a:t>Describe the live-class path accurately: scheduling and enrollment authorization work in the app, and a scoped token enables a LiveKit room when credentials are set. The live interface supports video, audio, and chat. In the local demo, the provider is intentionally marked unconfigured. On earnings, the Stripe adapter supports test Checkout and webhook confirmation; the ledger records gross, platform fee, and instructor net. The mock confirm path is restricted to demo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07:30–08:30 · 1 minute</a:t>
            </a:r>
          </a:p>
          <a:p xmlns:a="http://schemas.openxmlformats.org/drawingml/2006/main">
            <a:r>
              <a:t/>
            </a:r>
          </a:p>
          <a:p xmlns:a="http://schemas.openxmlformats.org/drawingml/2006/main">
            <a:r>
              <a:t>Report measured results, not estimates. The last npm test run passed ten API tests and two web tests. Typecheck and production build passed. One local media smoke run generated a 12-second sample, HLS output, and a certificate PDF that verified. The initial web bundle is about 414 KB, with HLS and LiveKit clients deferred until their routes need them. The dependency audit reported zero vulnerabilities after upgrading Vitest. These are local checks, not a cloud performance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08:30–09:15 · 45 seconds</a:t>
            </a:r>
          </a:p>
          <a:p xmlns:a="http://schemas.openxmlformats.org/drawingml/2006/main">
            <a:r>
              <a:t/>
            </a:r>
          </a:p>
          <a:p xmlns:a="http://schemas.openxmlformats.org/drawingml/2006/main">
            <a:r>
              <a:t>Explain why local adapters exist: they let the student show a working course and video flow without service credentials. They do not claim cloud equivalence. The app includes production adapters for MongoDB, Redis/BullMQ, AWS, Stripe, and LiveKit, but these services were not set up or tested in this workspace. The next verification gap is automated browser journeys, along with common account recovery flows and hosting.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09:15–10:00 · 45 seconds</a:t>
            </a:r>
          </a:p>
          <a:p xmlns:a="http://schemas.openxmlformats.org/drawingml/2006/main">
            <a:r>
              <a:t/>
            </a:r>
          </a:p>
          <a:p xmlns:a="http://schemas.openxmlformats.org/drawingml/2006/main">
            <a:r>
              <a:t>Close with the concrete next steps: wire real provider credentials, automate the main browser journeys, and deploy the web, API, and media worker as separate services. Then hand off the local demo commands and point the audience to the README, architecture/data docs, OpenAPI page, and intern reflection template. Use the README's development-only demo accounts; do not use them outside the local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ed70aeb6d24c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364d26943a42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4b4b95f1014e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99d93d681240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4c940065da4a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b59fed175d4b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D5771E-A5D0-4DFC-9740-25689A90F6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DD8223-4D5E-4B30-ACFD-8707F8F157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27038C-519C-4DD5-85E8-2708808A2B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958FA1-E6A1-487E-A051-7D15AEFFD7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4F09D2-0041-45A5-B0AC-6F841069CC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BECBC74-078D-4F23-B595-E10A7C3BA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8258CA-BA5A-482E-ABE7-52B63104AF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52A6EB-3628-4B9D-9B92-B38DF80C78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6C13DC-D349-4B8E-860B-0D890143B4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64C819-0B8A-4E09-B23B-80714E03E1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49f354d81c4e0f" /><Relationship Type="http://schemas.openxmlformats.org/officeDocument/2006/relationships/slideLayout" Target="/ppt/slideLayouts/slideLayout1.xml" Id="R75a65aa711b54992" /><Relationship Type="http://schemas.openxmlformats.org/officeDocument/2006/relationships/slideLayout" Target="/ppt/slideLayouts/slideLayout2.xml" Id="Rd236ed044aed40ac" /><Relationship Type="http://schemas.openxmlformats.org/officeDocument/2006/relationships/slideLayout" Target="/ppt/slideLayouts/slideLayout3.xml" Id="Rd46b11d7e1ec4eb8" /><Relationship Type="http://schemas.openxmlformats.org/officeDocument/2006/relationships/slideLayout" Target="/ppt/slideLayouts/slideLayout4.xml" Id="R731c3f35796b4b1f" /><Relationship Type="http://schemas.openxmlformats.org/officeDocument/2006/relationships/slideLayout" Target="/ppt/slideLayouts/slideLayout5.xml" Id="Rdddd886b54cf4693" /><Relationship Type="http://schemas.openxmlformats.org/officeDocument/2006/relationships/slideLayout" Target="/ppt/slideLayouts/slideLayout6.xml" Id="Rd2e0c7893d6447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a65aa711b54992"/>
    <p:sldLayoutId xmlns:r="http://schemas.openxmlformats.org/officeDocument/2006/relationships" id="2147483650" r:id="Rd236ed044aed40ac"/>
    <p:sldLayoutId xmlns:r="http://schemas.openxmlformats.org/officeDocument/2006/relationships" id="2147483651" r:id="Rd46b11d7e1ec4eb8"/>
    <p:sldLayoutId xmlns:r="http://schemas.openxmlformats.org/officeDocument/2006/relationships" id="2147483652" r:id="R731c3f35796b4b1f"/>
    <p:sldLayoutId xmlns:r="http://schemas.openxmlformats.org/officeDocument/2006/relationships" id="2147483653" r:id="Rdddd886b54cf4693"/>
    <p:sldLayoutId xmlns:r="http://schemas.openxmlformats.org/officeDocument/2006/relationships" id="2147483654" r:id="Rd2e0c7893d6447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0bc4ebef9e4dd6" /><Relationship Type="http://schemas.openxmlformats.org/officeDocument/2006/relationships/notesSlide" Target="/ppt/notesSlides/notesSlide1.xml" Id="R18b8589cb4814f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2e6c19748742d1" /><Relationship Type="http://schemas.openxmlformats.org/officeDocument/2006/relationships/notesSlide" Target="/ppt/notesSlides/notesSlide2.xml" Id="R44024eac635d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d4b27986ad4fd2" /><Relationship Type="http://schemas.openxmlformats.org/officeDocument/2006/relationships/notesSlide" Target="/ppt/notesSlides/notesSlide3.xml" Id="R0db5eb8a5f304a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a8b263a2f043c8" /><Relationship Type="http://schemas.openxmlformats.org/officeDocument/2006/relationships/notesSlide" Target="/ppt/notesSlides/notesSlide4.xml" Id="R6decaf0bb5f24b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207f2ac2f44de8" /><Relationship Type="http://schemas.openxmlformats.org/officeDocument/2006/relationships/notesSlide" Target="/ppt/notesSlides/notesSlide5.xml" Id="Ra5dc483e424f41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d653eec2ce4fcd" /><Relationship Type="http://schemas.openxmlformats.org/officeDocument/2006/relationships/notesSlide" Target="/ppt/notesSlides/notesSlide6.xml" Id="R73567b422a6349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080d512ed64cd5" /><Relationship Type="http://schemas.openxmlformats.org/officeDocument/2006/relationships/notesSlide" Target="/ppt/notesSlides/notesSlide7.xml" Id="R6b69f90b55a84d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5c7d477df84aae" /><Relationship Type="http://schemas.openxmlformats.org/officeDocument/2006/relationships/notesSlide" Target="/ppt/notesSlides/notesSlide8.xml" Id="R1dc60eaddb184f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3ff347749764262" /><Relationship Type="http://schemas.openxmlformats.org/officeDocument/2006/relationships/notesSlide" Target="/ppt/notesSlides/notesSlide9.xml" Id="R13213b29f81745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56f4d46113f4b4d" /><Relationship Type="http://schemas.openxmlformats.org/officeDocument/2006/relationships/notesSlide" Target="/ppt/notesSlides/notesSlide10.xml" Id="R0a59649f3a2e423c" /></Relationships>
</file>

<file path=ppt/slides/slide1.xml><?xml version="1.0" encoding="utf-8"?>
<p:sld xmlns:p="http://schemas.openxmlformats.org/presentationml/2006/main">
  <p:cSld>
    <p:bg>
      <p:bgPr>
        <a:solidFill xmlns:a="http://schemas.openxmlformats.org/drawingml/2006/main">
          <a:srgbClr val="1D33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F03418-FA45-4531-BC88-5B9B6249EC25}"/>
              </a:ext>
            </a:extLst>
          </p:cNvPr>
          <p:cNvSpPr>
            <a:spLocks xmlns:a="http://schemas.openxmlformats.org/drawingml/2006/main" noGrp="1"/>
          </p:cNvSpPr>
          <p:nvPr/>
        </p:nvSpPr>
        <p:spPr>
          <a:xfrm xmlns:a="http://schemas.openxmlformats.org/drawingml/2006/main">
            <a:off x="742950" y="781050"/>
            <a:ext cx="76200" cy="5181600"/>
          </a:xfrm>
          <a:prstGeom xmlns:a="http://schemas.openxmlformats.org/drawingml/2006/main" prst="rect">
            <a:avLst/>
          </a:prstGeom>
          <a:solidFill xmlns:a="http://schemas.openxmlformats.org/drawingml/2006/main">
            <a:srgbClr val="8CA58D"/>
          </a:solidFill>
          <a:ln xmlns:a="http://schemas.openxmlformats.org/drawingml/2006/main" w="0">
            <a:noFill/>
            <a:prstDash val="solid"/>
          </a:ln>
        </p:spPr>
      </p:sp>
      <p:sp>
        <p:nvSpPr>
          <p:cNvPr id="2" name="text">
            <a:extLst xmlns:a="http://schemas.openxmlformats.org/drawingml/2006/main">
              <a:ext uri="{FF2B5EF4-FFF2-40B4-BE49-F238E27FC236}">
                <a16:creationId xmlns:a16="http://schemas.microsoft.com/office/drawing/2014/main" id="{B83D91A0-9F55-4A59-B11B-B48B1D0585DB}"/>
              </a:ext>
            </a:extLst>
          </p:cNvPr>
          <p:cNvSpPr>
            <a:spLocks xmlns:a="http://schemas.openxmlformats.org/drawingml/2006/main" noGrp="1"/>
          </p:cNvSpPr>
          <p:nvPr/>
        </p:nvSpPr>
        <p:spPr>
          <a:xfrm xmlns:a="http://schemas.openxmlformats.org/drawingml/2006/main">
            <a:off x="1123950" y="9334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8CA58D"/>
                </a:solidFill>
                <a:latin typeface="Arial"/>
                <a:ea typeface="Arial"/>
                <a:cs typeface="Arial"/>
              </a:defRPr>
            </a:defPPr>
            <a:lvl1pPr algn="l">
              <a:defRPr sz="1350" b="1">
                <a:solidFill>
                  <a:srgbClr val="8CA58D"/>
                </a:solidFill>
                <a:latin typeface="Arial"/>
                <a:ea typeface="Arial"/>
                <a:cs typeface="Arial"/>
              </a:defRPr>
            </a:lvl1pPr>
            <a:lvl2pPr algn="l">
              <a:defRPr sz="1350" b="1">
                <a:solidFill>
                  <a:srgbClr val="8CA58D"/>
                </a:solidFill>
                <a:latin typeface="Arial"/>
                <a:ea typeface="Arial"/>
                <a:cs typeface="Arial"/>
              </a:defRPr>
            </a:lvl2pPr>
            <a:lvl3pPr algn="l">
              <a:defRPr sz="1350" b="1">
                <a:solidFill>
                  <a:srgbClr val="8CA58D"/>
                </a:solidFill>
                <a:latin typeface="Arial"/>
                <a:ea typeface="Arial"/>
                <a:cs typeface="Arial"/>
              </a:defRPr>
            </a:lvl3pPr>
            <a:lvl4pPr algn="l">
              <a:defRPr sz="1350" b="1">
                <a:solidFill>
                  <a:srgbClr val="8CA58D"/>
                </a:solidFill>
                <a:latin typeface="Arial"/>
                <a:ea typeface="Arial"/>
                <a:cs typeface="Arial"/>
              </a:defRPr>
            </a:lvl4pPr>
            <a:lvl5pPr algn="l">
              <a:defRPr sz="1350" b="1">
                <a:solidFill>
                  <a:srgbClr val="8CA58D"/>
                </a:solidFill>
                <a:latin typeface="Arial"/>
                <a:ea typeface="Arial"/>
                <a:cs typeface="Arial"/>
              </a:defRPr>
            </a:lvl5pPr>
            <a:lvl6pPr algn="l">
              <a:defRPr sz="1350" b="1">
                <a:solidFill>
                  <a:srgbClr val="8CA58D"/>
                </a:solidFill>
                <a:latin typeface="Arial"/>
                <a:ea typeface="Arial"/>
                <a:cs typeface="Arial"/>
              </a:defRPr>
            </a:lvl6pPr>
            <a:lvl7pPr algn="l">
              <a:defRPr sz="1350" b="1">
                <a:solidFill>
                  <a:srgbClr val="8CA58D"/>
                </a:solidFill>
                <a:latin typeface="Arial"/>
                <a:ea typeface="Arial"/>
                <a:cs typeface="Arial"/>
              </a:defRPr>
            </a:lvl7pPr>
            <a:lvl8pPr algn="l">
              <a:defRPr sz="1350" b="1">
                <a:solidFill>
                  <a:srgbClr val="8CA58D"/>
                </a:solidFill>
                <a:latin typeface="Arial"/>
                <a:ea typeface="Arial"/>
                <a:cs typeface="Arial"/>
              </a:defRPr>
            </a:lvl8pPr>
            <a:lvl9pPr algn="l">
              <a:defRPr sz="1350" b="1">
                <a:solidFill>
                  <a:srgbClr val="8CA58D"/>
                </a:solidFill>
                <a:latin typeface="Arial"/>
                <a:ea typeface="Arial"/>
                <a:cs typeface="Arial"/>
              </a:defRPr>
            </a:lvl9pPr>
          </a:lstStyle>
          <a:p xmlns:a="http://schemas.openxmlformats.org/drawingml/2006/main">
            <a:pPr algn="l">
              <a:defRPr sz="1350" b="1">
                <a:solidFill>
                  <a:srgbClr val="8CA58D"/>
                </a:solidFill>
                <a:latin typeface="Arial"/>
                <a:ea typeface="Arial"/>
                <a:cs typeface="Arial"/>
              </a:defRPr>
            </a:pPr>
            <a:r>
              <a:rPr sz="1350" b="1">
                <a:solidFill>
                  <a:srgbClr val="8CA58D"/>
                </a:solidFill>
                <a:latin typeface="Arial"/>
                <a:ea typeface="Arial"/>
                <a:cs typeface="Arial"/>
              </a:rPr>
              <a:t>FIELDNOTES  /  LEARNING STUDIO</a:t>
            </a:r>
          </a:p>
        </p:txBody>
      </p:sp>
      <p:sp>
        <p:nvSpPr>
          <p:cNvPr id="3" name="text">
            <a:extLst xmlns:a="http://schemas.openxmlformats.org/drawingml/2006/main">
              <a:ext uri="{FF2B5EF4-FFF2-40B4-BE49-F238E27FC236}">
                <a16:creationId xmlns:a16="http://schemas.microsoft.com/office/drawing/2014/main" id="{57D467B3-809D-4338-9D2E-672BBF0BD637}"/>
              </a:ext>
            </a:extLst>
          </p:cNvPr>
          <p:cNvSpPr>
            <a:spLocks xmlns:a="http://schemas.openxmlformats.org/drawingml/2006/main" noGrp="1"/>
          </p:cNvSpPr>
          <p:nvPr/>
        </p:nvSpPr>
        <p:spPr>
          <a:xfrm xmlns:a="http://schemas.openxmlformats.org/drawingml/2006/main">
            <a:off x="1123950" y="1876425"/>
            <a:ext cx="75247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5100" b="1">
                <a:solidFill>
                  <a:srgbClr val="FFFEFA"/>
                </a:solidFill>
                <a:latin typeface="Arial"/>
                <a:ea typeface="Arial"/>
                <a:cs typeface="Arial"/>
              </a:defRPr>
            </a:defPPr>
            <a:lvl1pPr algn="l">
              <a:defRPr sz="5100" b="1">
                <a:solidFill>
                  <a:srgbClr val="FFFEFA"/>
                </a:solidFill>
                <a:latin typeface="Arial"/>
                <a:ea typeface="Arial"/>
                <a:cs typeface="Arial"/>
              </a:defRPr>
            </a:lvl1pPr>
            <a:lvl2pPr algn="l">
              <a:defRPr sz="5100" b="1">
                <a:solidFill>
                  <a:srgbClr val="FFFEFA"/>
                </a:solidFill>
                <a:latin typeface="Arial"/>
                <a:ea typeface="Arial"/>
                <a:cs typeface="Arial"/>
              </a:defRPr>
            </a:lvl2pPr>
            <a:lvl3pPr algn="l">
              <a:defRPr sz="5100" b="1">
                <a:solidFill>
                  <a:srgbClr val="FFFEFA"/>
                </a:solidFill>
                <a:latin typeface="Arial"/>
                <a:ea typeface="Arial"/>
                <a:cs typeface="Arial"/>
              </a:defRPr>
            </a:lvl3pPr>
            <a:lvl4pPr algn="l">
              <a:defRPr sz="5100" b="1">
                <a:solidFill>
                  <a:srgbClr val="FFFEFA"/>
                </a:solidFill>
                <a:latin typeface="Arial"/>
                <a:ea typeface="Arial"/>
                <a:cs typeface="Arial"/>
              </a:defRPr>
            </a:lvl4pPr>
            <a:lvl5pPr algn="l">
              <a:defRPr sz="5100" b="1">
                <a:solidFill>
                  <a:srgbClr val="FFFEFA"/>
                </a:solidFill>
                <a:latin typeface="Arial"/>
                <a:ea typeface="Arial"/>
                <a:cs typeface="Arial"/>
              </a:defRPr>
            </a:lvl5pPr>
            <a:lvl6pPr algn="l">
              <a:defRPr sz="5100" b="1">
                <a:solidFill>
                  <a:srgbClr val="FFFEFA"/>
                </a:solidFill>
                <a:latin typeface="Arial"/>
                <a:ea typeface="Arial"/>
                <a:cs typeface="Arial"/>
              </a:defRPr>
            </a:lvl6pPr>
            <a:lvl7pPr algn="l">
              <a:defRPr sz="5100" b="1">
                <a:solidFill>
                  <a:srgbClr val="FFFEFA"/>
                </a:solidFill>
                <a:latin typeface="Arial"/>
                <a:ea typeface="Arial"/>
                <a:cs typeface="Arial"/>
              </a:defRPr>
            </a:lvl7pPr>
            <a:lvl8pPr algn="l">
              <a:defRPr sz="5100" b="1">
                <a:solidFill>
                  <a:srgbClr val="FFFEFA"/>
                </a:solidFill>
                <a:latin typeface="Arial"/>
                <a:ea typeface="Arial"/>
                <a:cs typeface="Arial"/>
              </a:defRPr>
            </a:lvl8pPr>
            <a:lvl9pPr algn="l">
              <a:defRPr sz="5100" b="1">
                <a:solidFill>
                  <a:srgbClr val="FFFEFA"/>
                </a:solidFill>
                <a:latin typeface="Arial"/>
                <a:ea typeface="Arial"/>
                <a:cs typeface="Arial"/>
              </a:defRPr>
            </a:lvl9pPr>
          </a:lstStyle>
          <a:p xmlns:a="http://schemas.openxmlformats.org/drawingml/2006/main">
            <a:pPr algn="l">
              <a:defRPr sz="5100" b="1">
                <a:solidFill>
                  <a:srgbClr val="FFFEFA"/>
                </a:solidFill>
                <a:latin typeface="Arial"/>
                <a:ea typeface="Arial"/>
                <a:cs typeface="Arial"/>
              </a:defRPr>
            </a:pPr>
            <a:r>
              <a:rPr sz="5100" b="1">
                <a:solidFill>
                  <a:srgbClr val="FFFEFA"/>
                </a:solidFill>
                <a:latin typeface="Arial"/>
                <a:ea typeface="Arial"/>
                <a:cs typeface="Arial"/>
              </a:rPr>
              <a:t>A school for</a:t>
            </a:r>
          </a:p>
          <a:p xmlns:a="http://schemas.openxmlformats.org/drawingml/2006/main">
            <a:pPr algn="l">
              <a:defRPr sz="5100" b="1">
                <a:solidFill>
                  <a:srgbClr val="FFFEFA"/>
                </a:solidFill>
                <a:latin typeface="Arial"/>
                <a:ea typeface="Arial"/>
                <a:cs typeface="Arial"/>
              </a:defRPr>
            </a:pPr>
            <a:r>
              <a:rPr sz="5100" b="1">
                <a:solidFill>
                  <a:srgbClr val="FFFEFA"/>
                </a:solidFill>
                <a:latin typeface="Arial"/>
                <a:ea typeface="Arial"/>
                <a:cs typeface="Arial"/>
              </a:rPr>
              <a:t>learning together</a:t>
            </a:r>
          </a:p>
        </p:txBody>
      </p:sp>
      <p:sp>
        <p:nvSpPr>
          <p:cNvPr id="4" name="text">
            <a:extLst xmlns:a="http://schemas.openxmlformats.org/drawingml/2006/main">
              <a:ext uri="{FF2B5EF4-FFF2-40B4-BE49-F238E27FC236}">
                <a16:creationId xmlns:a16="http://schemas.microsoft.com/office/drawing/2014/main" id="{3B1826DE-203D-4656-97F2-5EF7FE0537CD}"/>
              </a:ext>
            </a:extLst>
          </p:cNvPr>
          <p:cNvSpPr>
            <a:spLocks xmlns:a="http://schemas.openxmlformats.org/drawingml/2006/main" noGrp="1"/>
          </p:cNvSpPr>
          <p:nvPr/>
        </p:nvSpPr>
        <p:spPr>
          <a:xfrm xmlns:a="http://schemas.openxmlformats.org/drawingml/2006/main">
            <a:off x="1162050" y="402907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0">
                <a:solidFill>
                  <a:srgbClr val="D7E0D7"/>
                </a:solidFill>
                <a:latin typeface="Arial"/>
                <a:ea typeface="Arial"/>
                <a:cs typeface="Arial"/>
              </a:defRPr>
            </a:defPPr>
            <a:lvl1pPr algn="l">
              <a:defRPr sz="1875" b="0">
                <a:solidFill>
                  <a:srgbClr val="D7E0D7"/>
                </a:solidFill>
                <a:latin typeface="Arial"/>
                <a:ea typeface="Arial"/>
                <a:cs typeface="Arial"/>
              </a:defRPr>
            </a:lvl1pPr>
            <a:lvl2pPr algn="l">
              <a:defRPr sz="1875" b="0">
                <a:solidFill>
                  <a:srgbClr val="D7E0D7"/>
                </a:solidFill>
                <a:latin typeface="Arial"/>
                <a:ea typeface="Arial"/>
                <a:cs typeface="Arial"/>
              </a:defRPr>
            </a:lvl2pPr>
            <a:lvl3pPr algn="l">
              <a:defRPr sz="1875" b="0">
                <a:solidFill>
                  <a:srgbClr val="D7E0D7"/>
                </a:solidFill>
                <a:latin typeface="Arial"/>
                <a:ea typeface="Arial"/>
                <a:cs typeface="Arial"/>
              </a:defRPr>
            </a:lvl3pPr>
            <a:lvl4pPr algn="l">
              <a:defRPr sz="1875" b="0">
                <a:solidFill>
                  <a:srgbClr val="D7E0D7"/>
                </a:solidFill>
                <a:latin typeface="Arial"/>
                <a:ea typeface="Arial"/>
                <a:cs typeface="Arial"/>
              </a:defRPr>
            </a:lvl4pPr>
            <a:lvl5pPr algn="l">
              <a:defRPr sz="1875" b="0">
                <a:solidFill>
                  <a:srgbClr val="D7E0D7"/>
                </a:solidFill>
                <a:latin typeface="Arial"/>
                <a:ea typeface="Arial"/>
                <a:cs typeface="Arial"/>
              </a:defRPr>
            </a:lvl5pPr>
            <a:lvl6pPr algn="l">
              <a:defRPr sz="1875" b="0">
                <a:solidFill>
                  <a:srgbClr val="D7E0D7"/>
                </a:solidFill>
                <a:latin typeface="Arial"/>
                <a:ea typeface="Arial"/>
                <a:cs typeface="Arial"/>
              </a:defRPr>
            </a:lvl6pPr>
            <a:lvl7pPr algn="l">
              <a:defRPr sz="1875" b="0">
                <a:solidFill>
                  <a:srgbClr val="D7E0D7"/>
                </a:solidFill>
                <a:latin typeface="Arial"/>
                <a:ea typeface="Arial"/>
                <a:cs typeface="Arial"/>
              </a:defRPr>
            </a:lvl7pPr>
            <a:lvl8pPr algn="l">
              <a:defRPr sz="1875" b="0">
                <a:solidFill>
                  <a:srgbClr val="D7E0D7"/>
                </a:solidFill>
                <a:latin typeface="Arial"/>
                <a:ea typeface="Arial"/>
                <a:cs typeface="Arial"/>
              </a:defRPr>
            </a:lvl8pPr>
            <a:lvl9pPr algn="l">
              <a:defRPr sz="1875" b="0">
                <a:solidFill>
                  <a:srgbClr val="D7E0D7"/>
                </a:solidFill>
                <a:latin typeface="Arial"/>
                <a:ea typeface="Arial"/>
                <a:cs typeface="Arial"/>
              </a:defRPr>
            </a:lvl9pPr>
          </a:lstStyle>
          <a:p xmlns:a="http://schemas.openxmlformats.org/drawingml/2006/main">
            <a:pPr algn="l">
              <a:defRPr sz="1875" b="0">
                <a:solidFill>
                  <a:srgbClr val="D7E0D7"/>
                </a:solidFill>
                <a:latin typeface="Arial"/>
                <a:ea typeface="Arial"/>
                <a:cs typeface="Arial"/>
              </a:defRPr>
            </a:pPr>
            <a:r>
              <a:rPr sz="1875" b="0">
                <a:solidFill>
                  <a:srgbClr val="D7E0D7"/>
                </a:solidFill>
                <a:latin typeface="Arial"/>
                <a:ea typeface="Arial"/>
                <a:cs typeface="Arial"/>
              </a:rPr>
              <a:t>Courses · video lessons · live classes · certificates</a:t>
            </a:r>
          </a:p>
        </p:txBody>
      </p:sp>
      <p:sp>
        <p:nvSpPr>
          <p:cNvPr id="5" name="text">
            <a:extLst xmlns:a="http://schemas.openxmlformats.org/drawingml/2006/main">
              <a:ext uri="{FF2B5EF4-FFF2-40B4-BE49-F238E27FC236}">
                <a16:creationId xmlns:a16="http://schemas.microsoft.com/office/drawing/2014/main" id="{374FCFF5-1118-4938-950E-2D1687A49672}"/>
              </a:ext>
            </a:extLst>
          </p:cNvPr>
          <p:cNvSpPr>
            <a:spLocks xmlns:a="http://schemas.openxmlformats.org/drawingml/2006/main" noGrp="1"/>
          </p:cNvSpPr>
          <p:nvPr/>
        </p:nvSpPr>
        <p:spPr>
          <a:xfrm xmlns:a="http://schemas.openxmlformats.org/drawingml/2006/main">
            <a:off x="1162050" y="537210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0">
                <a:solidFill>
                  <a:srgbClr val="AFC0B2"/>
                </a:solidFill>
                <a:latin typeface="Arial"/>
                <a:ea typeface="Arial"/>
                <a:cs typeface="Arial"/>
              </a:defRPr>
            </a:defPPr>
            <a:lvl1pPr algn="l">
              <a:defRPr sz="1350" b="0">
                <a:solidFill>
                  <a:srgbClr val="AFC0B2"/>
                </a:solidFill>
                <a:latin typeface="Arial"/>
                <a:ea typeface="Arial"/>
                <a:cs typeface="Arial"/>
              </a:defRPr>
            </a:lvl1pPr>
            <a:lvl2pPr algn="l">
              <a:defRPr sz="1350" b="0">
                <a:solidFill>
                  <a:srgbClr val="AFC0B2"/>
                </a:solidFill>
                <a:latin typeface="Arial"/>
                <a:ea typeface="Arial"/>
                <a:cs typeface="Arial"/>
              </a:defRPr>
            </a:lvl2pPr>
            <a:lvl3pPr algn="l">
              <a:defRPr sz="1350" b="0">
                <a:solidFill>
                  <a:srgbClr val="AFC0B2"/>
                </a:solidFill>
                <a:latin typeface="Arial"/>
                <a:ea typeface="Arial"/>
                <a:cs typeface="Arial"/>
              </a:defRPr>
            </a:lvl3pPr>
            <a:lvl4pPr algn="l">
              <a:defRPr sz="1350" b="0">
                <a:solidFill>
                  <a:srgbClr val="AFC0B2"/>
                </a:solidFill>
                <a:latin typeface="Arial"/>
                <a:ea typeface="Arial"/>
                <a:cs typeface="Arial"/>
              </a:defRPr>
            </a:lvl4pPr>
            <a:lvl5pPr algn="l">
              <a:defRPr sz="1350" b="0">
                <a:solidFill>
                  <a:srgbClr val="AFC0B2"/>
                </a:solidFill>
                <a:latin typeface="Arial"/>
                <a:ea typeface="Arial"/>
                <a:cs typeface="Arial"/>
              </a:defRPr>
            </a:lvl5pPr>
            <a:lvl6pPr algn="l">
              <a:defRPr sz="1350" b="0">
                <a:solidFill>
                  <a:srgbClr val="AFC0B2"/>
                </a:solidFill>
                <a:latin typeface="Arial"/>
                <a:ea typeface="Arial"/>
                <a:cs typeface="Arial"/>
              </a:defRPr>
            </a:lvl6pPr>
            <a:lvl7pPr algn="l">
              <a:defRPr sz="1350" b="0">
                <a:solidFill>
                  <a:srgbClr val="AFC0B2"/>
                </a:solidFill>
                <a:latin typeface="Arial"/>
                <a:ea typeface="Arial"/>
                <a:cs typeface="Arial"/>
              </a:defRPr>
            </a:lvl7pPr>
            <a:lvl8pPr algn="l">
              <a:defRPr sz="1350" b="0">
                <a:solidFill>
                  <a:srgbClr val="AFC0B2"/>
                </a:solidFill>
                <a:latin typeface="Arial"/>
                <a:ea typeface="Arial"/>
                <a:cs typeface="Arial"/>
              </a:defRPr>
            </a:lvl8pPr>
            <a:lvl9pPr algn="l">
              <a:defRPr sz="1350" b="0">
                <a:solidFill>
                  <a:srgbClr val="AFC0B2"/>
                </a:solidFill>
                <a:latin typeface="Arial"/>
                <a:ea typeface="Arial"/>
                <a:cs typeface="Arial"/>
              </a:defRPr>
            </a:lvl9pPr>
          </a:lstStyle>
          <a:p xmlns:a="http://schemas.openxmlformats.org/drawingml/2006/main">
            <a:pPr algn="l">
              <a:defRPr sz="1350" b="0">
                <a:solidFill>
                  <a:srgbClr val="AFC0B2"/>
                </a:solidFill>
                <a:latin typeface="Arial"/>
                <a:ea typeface="Arial"/>
                <a:cs typeface="Arial"/>
              </a:defRPr>
            </a:pPr>
            <a:r>
              <a:rPr sz="1350" b="0">
                <a:solidFill>
                  <a:srgbClr val="AFC0B2"/>
                </a:solidFill>
                <a:latin typeface="Arial"/>
                <a:ea typeface="Arial"/>
                <a:cs typeface="Arial"/>
              </a:rPr>
              <a:t>FS-03 capstone  /  Learning Management System with Live Classes</a:t>
            </a:r>
          </a:p>
        </p:txBody>
      </p:sp>
      <p:sp>
        <p:nvSpPr>
          <p:cNvPr id="6" name="text">
            <a:extLst xmlns:a="http://schemas.openxmlformats.org/drawingml/2006/main">
              <a:ext uri="{FF2B5EF4-FFF2-40B4-BE49-F238E27FC236}">
                <a16:creationId xmlns:a16="http://schemas.microsoft.com/office/drawing/2014/main" id="{D33A4851-419D-4D54-9D88-052B2B609B03}"/>
              </a:ext>
            </a:extLst>
          </p:cNvPr>
          <p:cNvSpPr>
            <a:spLocks xmlns:a="http://schemas.openxmlformats.org/drawingml/2006/main" noGrp="1"/>
          </p:cNvSpPr>
          <p:nvPr/>
        </p:nvSpPr>
        <p:spPr>
          <a:xfrm xmlns:a="http://schemas.openxmlformats.org/drawingml/2006/main">
            <a:off x="10382250" y="5905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200" b="1">
                <a:solidFill>
                  <a:srgbClr val="8CA58D"/>
                </a:solidFill>
                <a:latin typeface="Arial"/>
                <a:ea typeface="Arial"/>
                <a:cs typeface="Arial"/>
              </a:defRPr>
            </a:defPPr>
            <a:lvl1pPr algn="r">
              <a:defRPr sz="1200" b="1">
                <a:solidFill>
                  <a:srgbClr val="8CA58D"/>
                </a:solidFill>
                <a:latin typeface="Arial"/>
                <a:ea typeface="Arial"/>
                <a:cs typeface="Arial"/>
              </a:defRPr>
            </a:lvl1pPr>
            <a:lvl2pPr algn="r">
              <a:defRPr sz="1200" b="1">
                <a:solidFill>
                  <a:srgbClr val="8CA58D"/>
                </a:solidFill>
                <a:latin typeface="Arial"/>
                <a:ea typeface="Arial"/>
                <a:cs typeface="Arial"/>
              </a:defRPr>
            </a:lvl2pPr>
            <a:lvl3pPr algn="r">
              <a:defRPr sz="1200" b="1">
                <a:solidFill>
                  <a:srgbClr val="8CA58D"/>
                </a:solidFill>
                <a:latin typeface="Arial"/>
                <a:ea typeface="Arial"/>
                <a:cs typeface="Arial"/>
              </a:defRPr>
            </a:lvl3pPr>
            <a:lvl4pPr algn="r">
              <a:defRPr sz="1200" b="1">
                <a:solidFill>
                  <a:srgbClr val="8CA58D"/>
                </a:solidFill>
                <a:latin typeface="Arial"/>
                <a:ea typeface="Arial"/>
                <a:cs typeface="Arial"/>
              </a:defRPr>
            </a:lvl4pPr>
            <a:lvl5pPr algn="r">
              <a:defRPr sz="1200" b="1">
                <a:solidFill>
                  <a:srgbClr val="8CA58D"/>
                </a:solidFill>
                <a:latin typeface="Arial"/>
                <a:ea typeface="Arial"/>
                <a:cs typeface="Arial"/>
              </a:defRPr>
            </a:lvl5pPr>
            <a:lvl6pPr algn="r">
              <a:defRPr sz="1200" b="1">
                <a:solidFill>
                  <a:srgbClr val="8CA58D"/>
                </a:solidFill>
                <a:latin typeface="Arial"/>
                <a:ea typeface="Arial"/>
                <a:cs typeface="Arial"/>
              </a:defRPr>
            </a:lvl6pPr>
            <a:lvl7pPr algn="r">
              <a:defRPr sz="1200" b="1">
                <a:solidFill>
                  <a:srgbClr val="8CA58D"/>
                </a:solidFill>
                <a:latin typeface="Arial"/>
                <a:ea typeface="Arial"/>
                <a:cs typeface="Arial"/>
              </a:defRPr>
            </a:lvl7pPr>
            <a:lvl8pPr algn="r">
              <a:defRPr sz="1200" b="1">
                <a:solidFill>
                  <a:srgbClr val="8CA58D"/>
                </a:solidFill>
                <a:latin typeface="Arial"/>
                <a:ea typeface="Arial"/>
                <a:cs typeface="Arial"/>
              </a:defRPr>
            </a:lvl8pPr>
            <a:lvl9pPr algn="r">
              <a:defRPr sz="1200" b="1">
                <a:solidFill>
                  <a:srgbClr val="8CA58D"/>
                </a:solidFill>
                <a:latin typeface="Arial"/>
                <a:ea typeface="Arial"/>
                <a:cs typeface="Arial"/>
              </a:defRPr>
            </a:lvl9pPr>
          </a:lstStyle>
          <a:p xmlns:a="http://schemas.openxmlformats.org/drawingml/2006/main">
            <a:pPr algn="r">
              <a:defRPr sz="1200" b="1">
                <a:solidFill>
                  <a:srgbClr val="8CA58D"/>
                </a:solidFill>
                <a:latin typeface="Arial"/>
                <a:ea typeface="Arial"/>
                <a:cs typeface="Arial"/>
              </a:defRPr>
            </a:pPr>
            <a:r>
              <a:rPr sz="1200" b="1">
                <a:solidFill>
                  <a:srgbClr val="8CA58D"/>
                </a:solidFill>
                <a:latin typeface="Arial"/>
                <a:ea typeface="Arial"/>
                <a:cs typeface="Arial"/>
              </a:rPr>
              <a:t>10 MIN</a:t>
            </a:r>
          </a:p>
        </p:txBody>
      </p:sp>
    </p:spTree>
    <p:extLst>
      <p:ext uri="{BB962C8B-B14F-4D97-AF65-F5344CB8AC3E}">
        <p14:creationId xmlns:p14="http://schemas.microsoft.com/office/powerpoint/2010/main" val="1988887895"/>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A49E31C7-B75D-47F7-A3C9-C960EE8EE8F0}"/>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One school for the whole learning journey</a:t>
            </a:r>
          </a:p>
        </p:txBody>
      </p:sp>
      <p:sp>
        <p:nvSpPr>
          <p:cNvPr id="2" name="">
            <a:extLst xmlns:a="http://schemas.openxmlformats.org/drawingml/2006/main">
              <a:ext uri="{FF2B5EF4-FFF2-40B4-BE49-F238E27FC236}">
                <a16:creationId xmlns:a16="http://schemas.microsoft.com/office/drawing/2014/main" id="{3940898A-2C13-4C19-9433-163D30ECF685}"/>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FA4A1673-501D-43DE-B8B4-F4FCA3B87CD9}"/>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00:30–01:30</a:t>
            </a:r>
          </a:p>
        </p:txBody>
      </p:sp>
      <p:sp>
        <p:nvSpPr>
          <p:cNvPr id="4" name="text">
            <a:extLst xmlns:a="http://schemas.openxmlformats.org/drawingml/2006/main">
              <a:ext uri="{FF2B5EF4-FFF2-40B4-BE49-F238E27FC236}">
                <a16:creationId xmlns:a16="http://schemas.microsoft.com/office/drawing/2014/main" id="{09CC5350-2306-4C2B-890B-BECC5C62528F}"/>
              </a:ext>
            </a:extLst>
          </p:cNvPr>
          <p:cNvSpPr>
            <a:spLocks xmlns:a="http://schemas.openxmlformats.org/drawingml/2006/main" noGrp="1"/>
          </p:cNvSpPr>
          <p:nvPr/>
        </p:nvSpPr>
        <p:spPr>
          <a:xfrm xmlns:a="http://schemas.openxmlformats.org/drawingml/2006/main">
            <a:off x="666750" y="1381125"/>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0">
                <a:solidFill>
                  <a:srgbClr val="536A61"/>
                </a:solidFill>
                <a:latin typeface="Arial"/>
                <a:ea typeface="Arial"/>
                <a:cs typeface="Arial"/>
              </a:defRPr>
            </a:defPPr>
            <a:lvl1pPr algn="l">
              <a:defRPr sz="2025" b="0">
                <a:solidFill>
                  <a:srgbClr val="536A61"/>
                </a:solidFill>
                <a:latin typeface="Arial"/>
                <a:ea typeface="Arial"/>
                <a:cs typeface="Arial"/>
              </a:defRPr>
            </a:lvl1pPr>
            <a:lvl2pPr algn="l">
              <a:defRPr sz="2025" b="0">
                <a:solidFill>
                  <a:srgbClr val="536A61"/>
                </a:solidFill>
                <a:latin typeface="Arial"/>
                <a:ea typeface="Arial"/>
                <a:cs typeface="Arial"/>
              </a:defRPr>
            </a:lvl2pPr>
            <a:lvl3pPr algn="l">
              <a:defRPr sz="2025" b="0">
                <a:solidFill>
                  <a:srgbClr val="536A61"/>
                </a:solidFill>
                <a:latin typeface="Arial"/>
                <a:ea typeface="Arial"/>
                <a:cs typeface="Arial"/>
              </a:defRPr>
            </a:lvl3pPr>
            <a:lvl4pPr algn="l">
              <a:defRPr sz="2025" b="0">
                <a:solidFill>
                  <a:srgbClr val="536A61"/>
                </a:solidFill>
                <a:latin typeface="Arial"/>
                <a:ea typeface="Arial"/>
                <a:cs typeface="Arial"/>
              </a:defRPr>
            </a:lvl4pPr>
            <a:lvl5pPr algn="l">
              <a:defRPr sz="2025" b="0">
                <a:solidFill>
                  <a:srgbClr val="536A61"/>
                </a:solidFill>
                <a:latin typeface="Arial"/>
                <a:ea typeface="Arial"/>
                <a:cs typeface="Arial"/>
              </a:defRPr>
            </a:lvl5pPr>
            <a:lvl6pPr algn="l">
              <a:defRPr sz="2025" b="0">
                <a:solidFill>
                  <a:srgbClr val="536A61"/>
                </a:solidFill>
                <a:latin typeface="Arial"/>
                <a:ea typeface="Arial"/>
                <a:cs typeface="Arial"/>
              </a:defRPr>
            </a:lvl6pPr>
            <a:lvl7pPr algn="l">
              <a:defRPr sz="2025" b="0">
                <a:solidFill>
                  <a:srgbClr val="536A61"/>
                </a:solidFill>
                <a:latin typeface="Arial"/>
                <a:ea typeface="Arial"/>
                <a:cs typeface="Arial"/>
              </a:defRPr>
            </a:lvl7pPr>
            <a:lvl8pPr algn="l">
              <a:defRPr sz="2025" b="0">
                <a:solidFill>
                  <a:srgbClr val="536A61"/>
                </a:solidFill>
                <a:latin typeface="Arial"/>
                <a:ea typeface="Arial"/>
                <a:cs typeface="Arial"/>
              </a:defRPr>
            </a:lvl8pPr>
            <a:lvl9pPr algn="l">
              <a:defRPr sz="2025" b="0">
                <a:solidFill>
                  <a:srgbClr val="536A61"/>
                </a:solidFill>
                <a:latin typeface="Arial"/>
                <a:ea typeface="Arial"/>
                <a:cs typeface="Arial"/>
              </a:defRPr>
            </a:lvl9pPr>
          </a:lstStyle>
          <a:p xmlns:a="http://schemas.openxmlformats.org/drawingml/2006/main">
            <a:pPr algn="l">
              <a:defRPr sz="2025" b="0">
                <a:solidFill>
                  <a:srgbClr val="536A61"/>
                </a:solidFill>
                <a:latin typeface="Arial"/>
                <a:ea typeface="Arial"/>
                <a:cs typeface="Arial"/>
              </a:defRPr>
            </a:pPr>
            <a:r>
              <a:rPr sz="2025" b="0">
                <a:solidFill>
                  <a:srgbClr val="536A61"/>
                </a:solidFill>
                <a:latin typeface="Arial"/>
                <a:ea typeface="Arial"/>
                <a:cs typeface="Arial"/>
              </a:rPr>
              <a:t>The brief connects course delivery, live interaction, progress, proof of completion, and instructor income in one system.</a:t>
            </a:r>
          </a:p>
        </p:txBody>
      </p:sp>
      <p:sp>
        <p:nvSpPr>
          <p:cNvPr id="5" name="text">
            <a:extLst xmlns:a="http://schemas.openxmlformats.org/drawingml/2006/main">
              <a:ext uri="{FF2B5EF4-FFF2-40B4-BE49-F238E27FC236}">
                <a16:creationId xmlns:a16="http://schemas.microsoft.com/office/drawing/2014/main" id="{8D97463C-A70A-40CA-BEB0-409EEEF27729}"/>
              </a:ext>
            </a:extLst>
          </p:cNvPr>
          <p:cNvSpPr>
            <a:spLocks xmlns:a="http://schemas.openxmlformats.org/drawingml/2006/main" noGrp="1"/>
          </p:cNvSpPr>
          <p:nvPr/>
        </p:nvSpPr>
        <p:spPr>
          <a:xfrm xmlns:a="http://schemas.openxmlformats.org/drawingml/2006/main">
            <a:off x="666750" y="26860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01</a:t>
            </a:r>
          </a:p>
        </p:txBody>
      </p:sp>
      <p:sp>
        <p:nvSpPr>
          <p:cNvPr id="6" name="text">
            <a:extLst xmlns:a="http://schemas.openxmlformats.org/drawingml/2006/main">
              <a:ext uri="{FF2B5EF4-FFF2-40B4-BE49-F238E27FC236}">
                <a16:creationId xmlns:a16="http://schemas.microsoft.com/office/drawing/2014/main" id="{4FD8FE3F-9259-4185-8D2B-7B7774215EAF}"/>
              </a:ext>
            </a:extLst>
          </p:cNvPr>
          <p:cNvSpPr>
            <a:spLocks xmlns:a="http://schemas.openxmlformats.org/drawingml/2006/main" noGrp="1"/>
          </p:cNvSpPr>
          <p:nvPr/>
        </p:nvSpPr>
        <p:spPr>
          <a:xfrm xmlns:a="http://schemas.openxmlformats.org/drawingml/2006/main">
            <a:off x="666750" y="31051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1">
                <a:solidFill>
                  <a:srgbClr val="315B4A"/>
                </a:solidFill>
                <a:latin typeface="Arial"/>
                <a:ea typeface="Arial"/>
                <a:cs typeface="Arial"/>
              </a:defRPr>
            </a:defPPr>
            <a:lvl1pPr algn="l">
              <a:defRPr sz="1875" b="1">
                <a:solidFill>
                  <a:srgbClr val="315B4A"/>
                </a:solidFill>
                <a:latin typeface="Arial"/>
                <a:ea typeface="Arial"/>
                <a:cs typeface="Arial"/>
              </a:defRPr>
            </a:lvl1pPr>
            <a:lvl2pPr algn="l">
              <a:defRPr sz="1875" b="1">
                <a:solidFill>
                  <a:srgbClr val="315B4A"/>
                </a:solidFill>
                <a:latin typeface="Arial"/>
                <a:ea typeface="Arial"/>
                <a:cs typeface="Arial"/>
              </a:defRPr>
            </a:lvl2pPr>
            <a:lvl3pPr algn="l">
              <a:defRPr sz="1875" b="1">
                <a:solidFill>
                  <a:srgbClr val="315B4A"/>
                </a:solidFill>
                <a:latin typeface="Arial"/>
                <a:ea typeface="Arial"/>
                <a:cs typeface="Arial"/>
              </a:defRPr>
            </a:lvl3pPr>
            <a:lvl4pPr algn="l">
              <a:defRPr sz="1875" b="1">
                <a:solidFill>
                  <a:srgbClr val="315B4A"/>
                </a:solidFill>
                <a:latin typeface="Arial"/>
                <a:ea typeface="Arial"/>
                <a:cs typeface="Arial"/>
              </a:defRPr>
            </a:lvl4pPr>
            <a:lvl5pPr algn="l">
              <a:defRPr sz="1875" b="1">
                <a:solidFill>
                  <a:srgbClr val="315B4A"/>
                </a:solidFill>
                <a:latin typeface="Arial"/>
                <a:ea typeface="Arial"/>
                <a:cs typeface="Arial"/>
              </a:defRPr>
            </a:lvl5pPr>
            <a:lvl6pPr algn="l">
              <a:defRPr sz="1875" b="1">
                <a:solidFill>
                  <a:srgbClr val="315B4A"/>
                </a:solidFill>
                <a:latin typeface="Arial"/>
                <a:ea typeface="Arial"/>
                <a:cs typeface="Arial"/>
              </a:defRPr>
            </a:lvl6pPr>
            <a:lvl7pPr algn="l">
              <a:defRPr sz="1875" b="1">
                <a:solidFill>
                  <a:srgbClr val="315B4A"/>
                </a:solidFill>
                <a:latin typeface="Arial"/>
                <a:ea typeface="Arial"/>
                <a:cs typeface="Arial"/>
              </a:defRPr>
            </a:lvl7pPr>
            <a:lvl8pPr algn="l">
              <a:defRPr sz="1875" b="1">
                <a:solidFill>
                  <a:srgbClr val="315B4A"/>
                </a:solidFill>
                <a:latin typeface="Arial"/>
                <a:ea typeface="Arial"/>
                <a:cs typeface="Arial"/>
              </a:defRPr>
            </a:lvl8pPr>
            <a:lvl9pPr algn="l">
              <a:defRPr sz="1875" b="1">
                <a:solidFill>
                  <a:srgbClr val="315B4A"/>
                </a:solidFill>
                <a:latin typeface="Arial"/>
                <a:ea typeface="Arial"/>
                <a:cs typeface="Arial"/>
              </a:defRPr>
            </a:lvl9pPr>
          </a:lstStyle>
          <a:p xmlns:a="http://schemas.openxmlformats.org/drawingml/2006/main">
            <a:pPr algn="l">
              <a:defRPr sz="1875" b="1">
                <a:solidFill>
                  <a:srgbClr val="315B4A"/>
                </a:solidFill>
                <a:latin typeface="Arial"/>
                <a:ea typeface="Arial"/>
                <a:cs typeface="Arial"/>
              </a:defRPr>
            </a:pPr>
            <a:r>
              <a:rPr sz="1875" b="1">
                <a:solidFill>
                  <a:srgbClr val="315B4A"/>
                </a:solidFill>
                <a:latin typeface="Arial"/>
                <a:ea typeface="Arial"/>
                <a:cs typeface="Arial"/>
              </a:rPr>
              <a:t>STUDENT</a:t>
            </a:r>
          </a:p>
        </p:txBody>
      </p:sp>
      <p:sp>
        <p:nvSpPr>
          <p:cNvPr id="7" name="">
            <a:extLst xmlns:a="http://schemas.openxmlformats.org/drawingml/2006/main">
              <a:ext uri="{FF2B5EF4-FFF2-40B4-BE49-F238E27FC236}">
                <a16:creationId xmlns:a16="http://schemas.microsoft.com/office/drawing/2014/main" id="{59A36972-DF34-4BD8-B1DA-A7B76051EF44}"/>
              </a:ext>
            </a:extLst>
          </p:cNvPr>
          <p:cNvSpPr>
            <a:spLocks xmlns:a="http://schemas.openxmlformats.org/drawingml/2006/main" noGrp="1"/>
          </p:cNvSpPr>
          <p:nvPr/>
        </p:nvSpPr>
        <p:spPr>
          <a:xfrm xmlns:a="http://schemas.openxmlformats.org/drawingml/2006/main">
            <a:off x="666750" y="3562350"/>
            <a:ext cx="3143250" cy="19050"/>
          </a:xfrm>
          <a:prstGeom xmlns:a="http://schemas.openxmlformats.org/drawingml/2006/main" prst="rect">
            <a:avLst/>
          </a:prstGeom>
          <a:solidFill xmlns:a="http://schemas.openxmlformats.org/drawingml/2006/main">
            <a:srgbClr val="8CA58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C88F5BD2-3116-4FBC-9C55-1E592E8A4178}"/>
              </a:ext>
            </a:extLst>
          </p:cNvPr>
          <p:cNvSpPr>
            <a:spLocks xmlns:a="http://schemas.openxmlformats.org/drawingml/2006/main" noGrp="1"/>
          </p:cNvSpPr>
          <p:nvPr/>
        </p:nvSpPr>
        <p:spPr>
          <a:xfrm xmlns:a="http://schemas.openxmlformats.org/drawingml/2006/main">
            <a:off x="666750" y="37528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1D332D"/>
                </a:solidFill>
                <a:latin typeface="Arial"/>
                <a:ea typeface="Arial"/>
                <a:cs typeface="Arial"/>
              </a:defRPr>
            </a:defPPr>
            <a:lvl1pPr algn="l">
              <a:defRPr sz="1650" b="0">
                <a:solidFill>
                  <a:srgbClr val="1D332D"/>
                </a:solidFill>
                <a:latin typeface="Arial"/>
                <a:ea typeface="Arial"/>
                <a:cs typeface="Arial"/>
              </a:defRPr>
            </a:lvl1pPr>
            <a:lvl2pPr algn="l">
              <a:defRPr sz="1650" b="0">
                <a:solidFill>
                  <a:srgbClr val="1D332D"/>
                </a:solidFill>
                <a:latin typeface="Arial"/>
                <a:ea typeface="Arial"/>
                <a:cs typeface="Arial"/>
              </a:defRPr>
            </a:lvl2pPr>
            <a:lvl3pPr algn="l">
              <a:defRPr sz="1650" b="0">
                <a:solidFill>
                  <a:srgbClr val="1D332D"/>
                </a:solidFill>
                <a:latin typeface="Arial"/>
                <a:ea typeface="Arial"/>
                <a:cs typeface="Arial"/>
              </a:defRPr>
            </a:lvl3pPr>
            <a:lvl4pPr algn="l">
              <a:defRPr sz="1650" b="0">
                <a:solidFill>
                  <a:srgbClr val="1D332D"/>
                </a:solidFill>
                <a:latin typeface="Arial"/>
                <a:ea typeface="Arial"/>
                <a:cs typeface="Arial"/>
              </a:defRPr>
            </a:lvl4pPr>
            <a:lvl5pPr algn="l">
              <a:defRPr sz="1650" b="0">
                <a:solidFill>
                  <a:srgbClr val="1D332D"/>
                </a:solidFill>
                <a:latin typeface="Arial"/>
                <a:ea typeface="Arial"/>
                <a:cs typeface="Arial"/>
              </a:defRPr>
            </a:lvl5pPr>
            <a:lvl6pPr algn="l">
              <a:defRPr sz="1650" b="0">
                <a:solidFill>
                  <a:srgbClr val="1D332D"/>
                </a:solidFill>
                <a:latin typeface="Arial"/>
                <a:ea typeface="Arial"/>
                <a:cs typeface="Arial"/>
              </a:defRPr>
            </a:lvl6pPr>
            <a:lvl7pPr algn="l">
              <a:defRPr sz="1650" b="0">
                <a:solidFill>
                  <a:srgbClr val="1D332D"/>
                </a:solidFill>
                <a:latin typeface="Arial"/>
                <a:ea typeface="Arial"/>
                <a:cs typeface="Arial"/>
              </a:defRPr>
            </a:lvl7pPr>
            <a:lvl8pPr algn="l">
              <a:defRPr sz="1650" b="0">
                <a:solidFill>
                  <a:srgbClr val="1D332D"/>
                </a:solidFill>
                <a:latin typeface="Arial"/>
                <a:ea typeface="Arial"/>
                <a:cs typeface="Arial"/>
              </a:defRPr>
            </a:lvl8pPr>
            <a:lvl9pPr algn="l">
              <a:defRPr sz="1650" b="0">
                <a:solidFill>
                  <a:srgbClr val="1D332D"/>
                </a:solidFill>
                <a:latin typeface="Arial"/>
                <a:ea typeface="Arial"/>
                <a:cs typeface="Arial"/>
              </a:defRPr>
            </a:lvl9pPr>
          </a:lstStyle>
          <a:p xmlns:a="http://schemas.openxmlformats.org/drawingml/2006/main">
            <a:pPr algn="l">
              <a:defRPr sz="1650" b="0">
                <a:solidFill>
                  <a:srgbClr val="1D332D"/>
                </a:solidFill>
                <a:latin typeface="Arial"/>
                <a:ea typeface="Arial"/>
                <a:cs typeface="Arial"/>
              </a:defRPr>
            </a:pPr>
            <a:r>
              <a:rPr sz="1650" b="0">
                <a:solidFill>
                  <a:srgbClr val="1D332D"/>
                </a:solidFill>
                <a:latin typeface="Arial"/>
                <a:ea typeface="Arial"/>
                <a:cs typeface="Arial"/>
              </a:rPr>
              <a:t>Find a course, enroll, watch lessons, take a graded quiz, and earn a certificate.</a:t>
            </a:r>
          </a:p>
        </p:txBody>
      </p:sp>
      <p:sp>
        <p:nvSpPr>
          <p:cNvPr id="9" name="text">
            <a:extLst xmlns:a="http://schemas.openxmlformats.org/drawingml/2006/main">
              <a:ext uri="{FF2B5EF4-FFF2-40B4-BE49-F238E27FC236}">
                <a16:creationId xmlns:a16="http://schemas.microsoft.com/office/drawing/2014/main" id="{8181335D-AB55-46F1-85BF-FB31C4D05144}"/>
              </a:ext>
            </a:extLst>
          </p:cNvPr>
          <p:cNvSpPr>
            <a:spLocks xmlns:a="http://schemas.openxmlformats.org/drawingml/2006/main" noGrp="1"/>
          </p:cNvSpPr>
          <p:nvPr/>
        </p:nvSpPr>
        <p:spPr>
          <a:xfrm xmlns:a="http://schemas.openxmlformats.org/drawingml/2006/main">
            <a:off x="4343400" y="26860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02</a:t>
            </a:r>
          </a:p>
        </p:txBody>
      </p:sp>
      <p:sp>
        <p:nvSpPr>
          <p:cNvPr id="10" name="text">
            <a:extLst xmlns:a="http://schemas.openxmlformats.org/drawingml/2006/main">
              <a:ext uri="{FF2B5EF4-FFF2-40B4-BE49-F238E27FC236}">
                <a16:creationId xmlns:a16="http://schemas.microsoft.com/office/drawing/2014/main" id="{6070E140-BBAE-4F3F-BD60-BD98714FF1D0}"/>
              </a:ext>
            </a:extLst>
          </p:cNvPr>
          <p:cNvSpPr>
            <a:spLocks xmlns:a="http://schemas.openxmlformats.org/drawingml/2006/main" noGrp="1"/>
          </p:cNvSpPr>
          <p:nvPr/>
        </p:nvSpPr>
        <p:spPr>
          <a:xfrm xmlns:a="http://schemas.openxmlformats.org/drawingml/2006/main">
            <a:off x="4343400" y="31051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1">
                <a:solidFill>
                  <a:srgbClr val="315B4A"/>
                </a:solidFill>
                <a:latin typeface="Arial"/>
                <a:ea typeface="Arial"/>
                <a:cs typeface="Arial"/>
              </a:defRPr>
            </a:defPPr>
            <a:lvl1pPr algn="l">
              <a:defRPr sz="1875" b="1">
                <a:solidFill>
                  <a:srgbClr val="315B4A"/>
                </a:solidFill>
                <a:latin typeface="Arial"/>
                <a:ea typeface="Arial"/>
                <a:cs typeface="Arial"/>
              </a:defRPr>
            </a:lvl1pPr>
            <a:lvl2pPr algn="l">
              <a:defRPr sz="1875" b="1">
                <a:solidFill>
                  <a:srgbClr val="315B4A"/>
                </a:solidFill>
                <a:latin typeface="Arial"/>
                <a:ea typeface="Arial"/>
                <a:cs typeface="Arial"/>
              </a:defRPr>
            </a:lvl2pPr>
            <a:lvl3pPr algn="l">
              <a:defRPr sz="1875" b="1">
                <a:solidFill>
                  <a:srgbClr val="315B4A"/>
                </a:solidFill>
                <a:latin typeface="Arial"/>
                <a:ea typeface="Arial"/>
                <a:cs typeface="Arial"/>
              </a:defRPr>
            </a:lvl3pPr>
            <a:lvl4pPr algn="l">
              <a:defRPr sz="1875" b="1">
                <a:solidFill>
                  <a:srgbClr val="315B4A"/>
                </a:solidFill>
                <a:latin typeface="Arial"/>
                <a:ea typeface="Arial"/>
                <a:cs typeface="Arial"/>
              </a:defRPr>
            </a:lvl4pPr>
            <a:lvl5pPr algn="l">
              <a:defRPr sz="1875" b="1">
                <a:solidFill>
                  <a:srgbClr val="315B4A"/>
                </a:solidFill>
                <a:latin typeface="Arial"/>
                <a:ea typeface="Arial"/>
                <a:cs typeface="Arial"/>
              </a:defRPr>
            </a:lvl5pPr>
            <a:lvl6pPr algn="l">
              <a:defRPr sz="1875" b="1">
                <a:solidFill>
                  <a:srgbClr val="315B4A"/>
                </a:solidFill>
                <a:latin typeface="Arial"/>
                <a:ea typeface="Arial"/>
                <a:cs typeface="Arial"/>
              </a:defRPr>
            </a:lvl6pPr>
            <a:lvl7pPr algn="l">
              <a:defRPr sz="1875" b="1">
                <a:solidFill>
                  <a:srgbClr val="315B4A"/>
                </a:solidFill>
                <a:latin typeface="Arial"/>
                <a:ea typeface="Arial"/>
                <a:cs typeface="Arial"/>
              </a:defRPr>
            </a:lvl7pPr>
            <a:lvl8pPr algn="l">
              <a:defRPr sz="1875" b="1">
                <a:solidFill>
                  <a:srgbClr val="315B4A"/>
                </a:solidFill>
                <a:latin typeface="Arial"/>
                <a:ea typeface="Arial"/>
                <a:cs typeface="Arial"/>
              </a:defRPr>
            </a:lvl8pPr>
            <a:lvl9pPr algn="l">
              <a:defRPr sz="1875" b="1">
                <a:solidFill>
                  <a:srgbClr val="315B4A"/>
                </a:solidFill>
                <a:latin typeface="Arial"/>
                <a:ea typeface="Arial"/>
                <a:cs typeface="Arial"/>
              </a:defRPr>
            </a:lvl9pPr>
          </a:lstStyle>
          <a:p xmlns:a="http://schemas.openxmlformats.org/drawingml/2006/main">
            <a:pPr algn="l">
              <a:defRPr sz="1875" b="1">
                <a:solidFill>
                  <a:srgbClr val="315B4A"/>
                </a:solidFill>
                <a:latin typeface="Arial"/>
                <a:ea typeface="Arial"/>
                <a:cs typeface="Arial"/>
              </a:defRPr>
            </a:pPr>
            <a:r>
              <a:rPr sz="1875" b="1">
                <a:solidFill>
                  <a:srgbClr val="315B4A"/>
                </a:solidFill>
                <a:latin typeface="Arial"/>
                <a:ea typeface="Arial"/>
                <a:cs typeface="Arial"/>
              </a:rPr>
              <a:t>INSTRUCTOR</a:t>
            </a:r>
          </a:p>
        </p:txBody>
      </p:sp>
      <p:sp>
        <p:nvSpPr>
          <p:cNvPr id="11" name="">
            <a:extLst xmlns:a="http://schemas.openxmlformats.org/drawingml/2006/main">
              <a:ext uri="{FF2B5EF4-FFF2-40B4-BE49-F238E27FC236}">
                <a16:creationId xmlns:a16="http://schemas.microsoft.com/office/drawing/2014/main" id="{0AFBF58F-504D-4C09-AF6B-247939D84214}"/>
              </a:ext>
            </a:extLst>
          </p:cNvPr>
          <p:cNvSpPr>
            <a:spLocks xmlns:a="http://schemas.openxmlformats.org/drawingml/2006/main" noGrp="1"/>
          </p:cNvSpPr>
          <p:nvPr/>
        </p:nvSpPr>
        <p:spPr>
          <a:xfrm xmlns:a="http://schemas.openxmlformats.org/drawingml/2006/main">
            <a:off x="4343400" y="3562350"/>
            <a:ext cx="3143250" cy="19050"/>
          </a:xfrm>
          <a:prstGeom xmlns:a="http://schemas.openxmlformats.org/drawingml/2006/main" prst="rect">
            <a:avLst/>
          </a:prstGeom>
          <a:solidFill xmlns:a="http://schemas.openxmlformats.org/drawingml/2006/main">
            <a:srgbClr val="8CA58D"/>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26D2602-7C15-48D6-8468-BE581569EA94}"/>
              </a:ext>
            </a:extLst>
          </p:cNvPr>
          <p:cNvSpPr>
            <a:spLocks xmlns:a="http://schemas.openxmlformats.org/drawingml/2006/main" noGrp="1"/>
          </p:cNvSpPr>
          <p:nvPr/>
        </p:nvSpPr>
        <p:spPr>
          <a:xfrm xmlns:a="http://schemas.openxmlformats.org/drawingml/2006/main">
            <a:off x="4343400" y="37528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1D332D"/>
                </a:solidFill>
                <a:latin typeface="Arial"/>
                <a:ea typeface="Arial"/>
                <a:cs typeface="Arial"/>
              </a:defRPr>
            </a:defPPr>
            <a:lvl1pPr algn="l">
              <a:defRPr sz="1650" b="0">
                <a:solidFill>
                  <a:srgbClr val="1D332D"/>
                </a:solidFill>
                <a:latin typeface="Arial"/>
                <a:ea typeface="Arial"/>
                <a:cs typeface="Arial"/>
              </a:defRPr>
            </a:lvl1pPr>
            <a:lvl2pPr algn="l">
              <a:defRPr sz="1650" b="0">
                <a:solidFill>
                  <a:srgbClr val="1D332D"/>
                </a:solidFill>
                <a:latin typeface="Arial"/>
                <a:ea typeface="Arial"/>
                <a:cs typeface="Arial"/>
              </a:defRPr>
            </a:lvl2pPr>
            <a:lvl3pPr algn="l">
              <a:defRPr sz="1650" b="0">
                <a:solidFill>
                  <a:srgbClr val="1D332D"/>
                </a:solidFill>
                <a:latin typeface="Arial"/>
                <a:ea typeface="Arial"/>
                <a:cs typeface="Arial"/>
              </a:defRPr>
            </a:lvl3pPr>
            <a:lvl4pPr algn="l">
              <a:defRPr sz="1650" b="0">
                <a:solidFill>
                  <a:srgbClr val="1D332D"/>
                </a:solidFill>
                <a:latin typeface="Arial"/>
                <a:ea typeface="Arial"/>
                <a:cs typeface="Arial"/>
              </a:defRPr>
            </a:lvl4pPr>
            <a:lvl5pPr algn="l">
              <a:defRPr sz="1650" b="0">
                <a:solidFill>
                  <a:srgbClr val="1D332D"/>
                </a:solidFill>
                <a:latin typeface="Arial"/>
                <a:ea typeface="Arial"/>
                <a:cs typeface="Arial"/>
              </a:defRPr>
            </a:lvl5pPr>
            <a:lvl6pPr algn="l">
              <a:defRPr sz="1650" b="0">
                <a:solidFill>
                  <a:srgbClr val="1D332D"/>
                </a:solidFill>
                <a:latin typeface="Arial"/>
                <a:ea typeface="Arial"/>
                <a:cs typeface="Arial"/>
              </a:defRPr>
            </a:lvl6pPr>
            <a:lvl7pPr algn="l">
              <a:defRPr sz="1650" b="0">
                <a:solidFill>
                  <a:srgbClr val="1D332D"/>
                </a:solidFill>
                <a:latin typeface="Arial"/>
                <a:ea typeface="Arial"/>
                <a:cs typeface="Arial"/>
              </a:defRPr>
            </a:lvl7pPr>
            <a:lvl8pPr algn="l">
              <a:defRPr sz="1650" b="0">
                <a:solidFill>
                  <a:srgbClr val="1D332D"/>
                </a:solidFill>
                <a:latin typeface="Arial"/>
                <a:ea typeface="Arial"/>
                <a:cs typeface="Arial"/>
              </a:defRPr>
            </a:lvl8pPr>
            <a:lvl9pPr algn="l">
              <a:defRPr sz="1650" b="0">
                <a:solidFill>
                  <a:srgbClr val="1D332D"/>
                </a:solidFill>
                <a:latin typeface="Arial"/>
                <a:ea typeface="Arial"/>
                <a:cs typeface="Arial"/>
              </a:defRPr>
            </a:lvl9pPr>
          </a:lstStyle>
          <a:p xmlns:a="http://schemas.openxmlformats.org/drawingml/2006/main">
            <a:pPr algn="l">
              <a:defRPr sz="1650" b="0">
                <a:solidFill>
                  <a:srgbClr val="1D332D"/>
                </a:solidFill>
                <a:latin typeface="Arial"/>
                <a:ea typeface="Arial"/>
                <a:cs typeface="Arial"/>
              </a:defRPr>
            </a:pPr>
            <a:r>
              <a:rPr sz="1650" b="0">
                <a:solidFill>
                  <a:srgbClr val="1D332D"/>
                </a:solidFill>
                <a:latin typeface="Arial"/>
                <a:ea typeface="Arial"/>
                <a:cs typeface="Arial"/>
              </a:rPr>
              <a:t>Build a curriculum, upload lessons, schedule live classes, and track revenue.</a:t>
            </a:r>
          </a:p>
        </p:txBody>
      </p:sp>
      <p:sp>
        <p:nvSpPr>
          <p:cNvPr id="13" name="text">
            <a:extLst xmlns:a="http://schemas.openxmlformats.org/drawingml/2006/main">
              <a:ext uri="{FF2B5EF4-FFF2-40B4-BE49-F238E27FC236}">
                <a16:creationId xmlns:a16="http://schemas.microsoft.com/office/drawing/2014/main" id="{0AFD11F5-DB6E-4B0E-8A59-30A7BDF4A843}"/>
              </a:ext>
            </a:extLst>
          </p:cNvPr>
          <p:cNvSpPr>
            <a:spLocks xmlns:a="http://schemas.openxmlformats.org/drawingml/2006/main" noGrp="1"/>
          </p:cNvSpPr>
          <p:nvPr/>
        </p:nvSpPr>
        <p:spPr>
          <a:xfrm xmlns:a="http://schemas.openxmlformats.org/drawingml/2006/main">
            <a:off x="8020050" y="26860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03</a:t>
            </a:r>
          </a:p>
        </p:txBody>
      </p:sp>
      <p:sp>
        <p:nvSpPr>
          <p:cNvPr id="14" name="text">
            <a:extLst xmlns:a="http://schemas.openxmlformats.org/drawingml/2006/main">
              <a:ext uri="{FF2B5EF4-FFF2-40B4-BE49-F238E27FC236}">
                <a16:creationId xmlns:a16="http://schemas.microsoft.com/office/drawing/2014/main" id="{23D73066-0C4E-4585-949B-DEC30E5CDFC1}"/>
              </a:ext>
            </a:extLst>
          </p:cNvPr>
          <p:cNvSpPr>
            <a:spLocks xmlns:a="http://schemas.openxmlformats.org/drawingml/2006/main" noGrp="1"/>
          </p:cNvSpPr>
          <p:nvPr/>
        </p:nvSpPr>
        <p:spPr>
          <a:xfrm xmlns:a="http://schemas.openxmlformats.org/drawingml/2006/main">
            <a:off x="8020050" y="31051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75" b="1">
                <a:solidFill>
                  <a:srgbClr val="315B4A"/>
                </a:solidFill>
                <a:latin typeface="Arial"/>
                <a:ea typeface="Arial"/>
                <a:cs typeface="Arial"/>
              </a:defRPr>
            </a:defPPr>
            <a:lvl1pPr algn="l">
              <a:defRPr sz="1875" b="1">
                <a:solidFill>
                  <a:srgbClr val="315B4A"/>
                </a:solidFill>
                <a:latin typeface="Arial"/>
                <a:ea typeface="Arial"/>
                <a:cs typeface="Arial"/>
              </a:defRPr>
            </a:lvl1pPr>
            <a:lvl2pPr algn="l">
              <a:defRPr sz="1875" b="1">
                <a:solidFill>
                  <a:srgbClr val="315B4A"/>
                </a:solidFill>
                <a:latin typeface="Arial"/>
                <a:ea typeface="Arial"/>
                <a:cs typeface="Arial"/>
              </a:defRPr>
            </a:lvl2pPr>
            <a:lvl3pPr algn="l">
              <a:defRPr sz="1875" b="1">
                <a:solidFill>
                  <a:srgbClr val="315B4A"/>
                </a:solidFill>
                <a:latin typeface="Arial"/>
                <a:ea typeface="Arial"/>
                <a:cs typeface="Arial"/>
              </a:defRPr>
            </a:lvl3pPr>
            <a:lvl4pPr algn="l">
              <a:defRPr sz="1875" b="1">
                <a:solidFill>
                  <a:srgbClr val="315B4A"/>
                </a:solidFill>
                <a:latin typeface="Arial"/>
                <a:ea typeface="Arial"/>
                <a:cs typeface="Arial"/>
              </a:defRPr>
            </a:lvl4pPr>
            <a:lvl5pPr algn="l">
              <a:defRPr sz="1875" b="1">
                <a:solidFill>
                  <a:srgbClr val="315B4A"/>
                </a:solidFill>
                <a:latin typeface="Arial"/>
                <a:ea typeface="Arial"/>
                <a:cs typeface="Arial"/>
              </a:defRPr>
            </a:lvl5pPr>
            <a:lvl6pPr algn="l">
              <a:defRPr sz="1875" b="1">
                <a:solidFill>
                  <a:srgbClr val="315B4A"/>
                </a:solidFill>
                <a:latin typeface="Arial"/>
                <a:ea typeface="Arial"/>
                <a:cs typeface="Arial"/>
              </a:defRPr>
            </a:lvl6pPr>
            <a:lvl7pPr algn="l">
              <a:defRPr sz="1875" b="1">
                <a:solidFill>
                  <a:srgbClr val="315B4A"/>
                </a:solidFill>
                <a:latin typeface="Arial"/>
                <a:ea typeface="Arial"/>
                <a:cs typeface="Arial"/>
              </a:defRPr>
            </a:lvl7pPr>
            <a:lvl8pPr algn="l">
              <a:defRPr sz="1875" b="1">
                <a:solidFill>
                  <a:srgbClr val="315B4A"/>
                </a:solidFill>
                <a:latin typeface="Arial"/>
                <a:ea typeface="Arial"/>
                <a:cs typeface="Arial"/>
              </a:defRPr>
            </a:lvl8pPr>
            <a:lvl9pPr algn="l">
              <a:defRPr sz="1875" b="1">
                <a:solidFill>
                  <a:srgbClr val="315B4A"/>
                </a:solidFill>
                <a:latin typeface="Arial"/>
                <a:ea typeface="Arial"/>
                <a:cs typeface="Arial"/>
              </a:defRPr>
            </a:lvl9pPr>
          </a:lstStyle>
          <a:p xmlns:a="http://schemas.openxmlformats.org/drawingml/2006/main">
            <a:pPr algn="l">
              <a:defRPr sz="1875" b="1">
                <a:solidFill>
                  <a:srgbClr val="315B4A"/>
                </a:solidFill>
                <a:latin typeface="Arial"/>
                <a:ea typeface="Arial"/>
                <a:cs typeface="Arial"/>
              </a:defRPr>
            </a:pPr>
            <a:r>
              <a:rPr sz="1875" b="1">
                <a:solidFill>
                  <a:srgbClr val="315B4A"/>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2AC09BAE-EAB0-49FB-9383-313AF75A200C}"/>
              </a:ext>
            </a:extLst>
          </p:cNvPr>
          <p:cNvSpPr>
            <a:spLocks xmlns:a="http://schemas.openxmlformats.org/drawingml/2006/main" noGrp="1"/>
          </p:cNvSpPr>
          <p:nvPr/>
        </p:nvSpPr>
        <p:spPr>
          <a:xfrm xmlns:a="http://schemas.openxmlformats.org/drawingml/2006/main">
            <a:off x="8020050" y="3562350"/>
            <a:ext cx="3143250" cy="19050"/>
          </a:xfrm>
          <a:prstGeom xmlns:a="http://schemas.openxmlformats.org/drawingml/2006/main" prst="rect">
            <a:avLst/>
          </a:prstGeom>
          <a:solidFill xmlns:a="http://schemas.openxmlformats.org/drawingml/2006/main">
            <a:srgbClr val="8CA58D"/>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7E5F19FE-7642-43A8-8BF1-92C322389F7C}"/>
              </a:ext>
            </a:extLst>
          </p:cNvPr>
          <p:cNvSpPr>
            <a:spLocks xmlns:a="http://schemas.openxmlformats.org/drawingml/2006/main" noGrp="1"/>
          </p:cNvSpPr>
          <p:nvPr/>
        </p:nvSpPr>
        <p:spPr>
          <a:xfrm xmlns:a="http://schemas.openxmlformats.org/drawingml/2006/main">
            <a:off x="8020050" y="37528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1D332D"/>
                </a:solidFill>
                <a:latin typeface="Arial"/>
                <a:ea typeface="Arial"/>
                <a:cs typeface="Arial"/>
              </a:defRPr>
            </a:defPPr>
            <a:lvl1pPr algn="l">
              <a:defRPr sz="1650" b="0">
                <a:solidFill>
                  <a:srgbClr val="1D332D"/>
                </a:solidFill>
                <a:latin typeface="Arial"/>
                <a:ea typeface="Arial"/>
                <a:cs typeface="Arial"/>
              </a:defRPr>
            </a:lvl1pPr>
            <a:lvl2pPr algn="l">
              <a:defRPr sz="1650" b="0">
                <a:solidFill>
                  <a:srgbClr val="1D332D"/>
                </a:solidFill>
                <a:latin typeface="Arial"/>
                <a:ea typeface="Arial"/>
                <a:cs typeface="Arial"/>
              </a:defRPr>
            </a:lvl2pPr>
            <a:lvl3pPr algn="l">
              <a:defRPr sz="1650" b="0">
                <a:solidFill>
                  <a:srgbClr val="1D332D"/>
                </a:solidFill>
                <a:latin typeface="Arial"/>
                <a:ea typeface="Arial"/>
                <a:cs typeface="Arial"/>
              </a:defRPr>
            </a:lvl3pPr>
            <a:lvl4pPr algn="l">
              <a:defRPr sz="1650" b="0">
                <a:solidFill>
                  <a:srgbClr val="1D332D"/>
                </a:solidFill>
                <a:latin typeface="Arial"/>
                <a:ea typeface="Arial"/>
                <a:cs typeface="Arial"/>
              </a:defRPr>
            </a:lvl4pPr>
            <a:lvl5pPr algn="l">
              <a:defRPr sz="1650" b="0">
                <a:solidFill>
                  <a:srgbClr val="1D332D"/>
                </a:solidFill>
                <a:latin typeface="Arial"/>
                <a:ea typeface="Arial"/>
                <a:cs typeface="Arial"/>
              </a:defRPr>
            </a:lvl5pPr>
            <a:lvl6pPr algn="l">
              <a:defRPr sz="1650" b="0">
                <a:solidFill>
                  <a:srgbClr val="1D332D"/>
                </a:solidFill>
                <a:latin typeface="Arial"/>
                <a:ea typeface="Arial"/>
                <a:cs typeface="Arial"/>
              </a:defRPr>
            </a:lvl6pPr>
            <a:lvl7pPr algn="l">
              <a:defRPr sz="1650" b="0">
                <a:solidFill>
                  <a:srgbClr val="1D332D"/>
                </a:solidFill>
                <a:latin typeface="Arial"/>
                <a:ea typeface="Arial"/>
                <a:cs typeface="Arial"/>
              </a:defRPr>
            </a:lvl7pPr>
            <a:lvl8pPr algn="l">
              <a:defRPr sz="1650" b="0">
                <a:solidFill>
                  <a:srgbClr val="1D332D"/>
                </a:solidFill>
                <a:latin typeface="Arial"/>
                <a:ea typeface="Arial"/>
                <a:cs typeface="Arial"/>
              </a:defRPr>
            </a:lvl8pPr>
            <a:lvl9pPr algn="l">
              <a:defRPr sz="1650" b="0">
                <a:solidFill>
                  <a:srgbClr val="1D332D"/>
                </a:solidFill>
                <a:latin typeface="Arial"/>
                <a:ea typeface="Arial"/>
                <a:cs typeface="Arial"/>
              </a:defRPr>
            </a:lvl9pPr>
          </a:lstStyle>
          <a:p xmlns:a="http://schemas.openxmlformats.org/drawingml/2006/main">
            <a:pPr algn="l">
              <a:defRPr sz="1650" b="0">
                <a:solidFill>
                  <a:srgbClr val="1D332D"/>
                </a:solidFill>
                <a:latin typeface="Arial"/>
                <a:ea typeface="Arial"/>
                <a:cs typeface="Arial"/>
              </a:defRPr>
            </a:pPr>
            <a:r>
              <a:rPr sz="1650" b="0">
                <a:solidFill>
                  <a:srgbClr val="1D332D"/>
                </a:solidFill>
                <a:latin typeface="Arial"/>
                <a:ea typeface="Arial"/>
                <a:cs typeface="Arial"/>
              </a:rPr>
              <a:t>Review instructor applications and courses, then oversee platform activity.</a:t>
            </a:r>
          </a:p>
        </p:txBody>
      </p:sp>
      <p:sp>
        <p:nvSpPr>
          <p:cNvPr id="17" name="text">
            <a:extLst xmlns:a="http://schemas.openxmlformats.org/drawingml/2006/main">
              <a:ext uri="{FF2B5EF4-FFF2-40B4-BE49-F238E27FC236}">
                <a16:creationId xmlns:a16="http://schemas.microsoft.com/office/drawing/2014/main" id="{0913400B-C39F-4106-BEDB-B30835A6AB67}"/>
              </a:ext>
            </a:extLst>
          </p:cNvPr>
          <p:cNvSpPr>
            <a:spLocks xmlns:a="http://schemas.openxmlformats.org/drawingml/2006/main" noGrp="1"/>
          </p:cNvSpPr>
          <p:nvPr/>
        </p:nvSpPr>
        <p:spPr>
          <a:xfrm xmlns:a="http://schemas.openxmlformats.org/drawingml/2006/main">
            <a:off x="666750" y="58102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00" b="0">
                <a:solidFill>
                  <a:srgbClr val="536A61"/>
                </a:solidFill>
                <a:latin typeface="Arial"/>
                <a:ea typeface="Arial"/>
                <a:cs typeface="Arial"/>
              </a:defRPr>
            </a:defPPr>
            <a:lvl1pPr algn="l">
              <a:defRPr sz="1200" b="0">
                <a:solidFill>
                  <a:srgbClr val="536A61"/>
                </a:solidFill>
                <a:latin typeface="Arial"/>
                <a:ea typeface="Arial"/>
                <a:cs typeface="Arial"/>
              </a:defRPr>
            </a:lvl1pPr>
            <a:lvl2pPr algn="l">
              <a:defRPr sz="1200" b="0">
                <a:solidFill>
                  <a:srgbClr val="536A61"/>
                </a:solidFill>
                <a:latin typeface="Arial"/>
                <a:ea typeface="Arial"/>
                <a:cs typeface="Arial"/>
              </a:defRPr>
            </a:lvl2pPr>
            <a:lvl3pPr algn="l">
              <a:defRPr sz="1200" b="0">
                <a:solidFill>
                  <a:srgbClr val="536A61"/>
                </a:solidFill>
                <a:latin typeface="Arial"/>
                <a:ea typeface="Arial"/>
                <a:cs typeface="Arial"/>
              </a:defRPr>
            </a:lvl3pPr>
            <a:lvl4pPr algn="l">
              <a:defRPr sz="1200" b="0">
                <a:solidFill>
                  <a:srgbClr val="536A61"/>
                </a:solidFill>
                <a:latin typeface="Arial"/>
                <a:ea typeface="Arial"/>
                <a:cs typeface="Arial"/>
              </a:defRPr>
            </a:lvl4pPr>
            <a:lvl5pPr algn="l">
              <a:defRPr sz="1200" b="0">
                <a:solidFill>
                  <a:srgbClr val="536A61"/>
                </a:solidFill>
                <a:latin typeface="Arial"/>
                <a:ea typeface="Arial"/>
                <a:cs typeface="Arial"/>
              </a:defRPr>
            </a:lvl5pPr>
            <a:lvl6pPr algn="l">
              <a:defRPr sz="1200" b="0">
                <a:solidFill>
                  <a:srgbClr val="536A61"/>
                </a:solidFill>
                <a:latin typeface="Arial"/>
                <a:ea typeface="Arial"/>
                <a:cs typeface="Arial"/>
              </a:defRPr>
            </a:lvl6pPr>
            <a:lvl7pPr algn="l">
              <a:defRPr sz="1200" b="0">
                <a:solidFill>
                  <a:srgbClr val="536A61"/>
                </a:solidFill>
                <a:latin typeface="Arial"/>
                <a:ea typeface="Arial"/>
                <a:cs typeface="Arial"/>
              </a:defRPr>
            </a:lvl7pPr>
            <a:lvl8pPr algn="l">
              <a:defRPr sz="1200" b="0">
                <a:solidFill>
                  <a:srgbClr val="536A61"/>
                </a:solidFill>
                <a:latin typeface="Arial"/>
                <a:ea typeface="Arial"/>
                <a:cs typeface="Arial"/>
              </a:defRPr>
            </a:lvl8pPr>
            <a:lvl9pPr algn="l">
              <a:defRPr sz="1200" b="0">
                <a:solidFill>
                  <a:srgbClr val="536A61"/>
                </a:solidFill>
                <a:latin typeface="Arial"/>
                <a:ea typeface="Arial"/>
                <a:cs typeface="Arial"/>
              </a:defRPr>
            </a:lvl9pPr>
          </a:lstStyle>
          <a:p xmlns:a="http://schemas.openxmlformats.org/drawingml/2006/main">
            <a:pPr algn="l">
              <a:defRPr sz="1200" b="0">
                <a:solidFill>
                  <a:srgbClr val="536A61"/>
                </a:solidFill>
                <a:latin typeface="Arial"/>
                <a:ea typeface="Arial"/>
                <a:cs typeface="Arial"/>
              </a:defRPr>
            </a:pPr>
            <a:r>
              <a:rPr sz="1200" b="0">
                <a:solidFill>
                  <a:srgbClr val="536A61"/>
                </a:solidFill>
                <a:latin typeface="Arial"/>
                <a:ea typeface="Arial"/>
                <a:cs typeface="Arial"/>
              </a:rPr>
              <a:t>Product scope comes from the FS-03 project brief; roles are enforced in the API.</a:t>
            </a:r>
          </a:p>
        </p:txBody>
      </p:sp>
    </p:spTree>
    <p:extLst>
      <p:ext uri="{BB962C8B-B14F-4D97-AF65-F5344CB8AC3E}">
        <p14:creationId xmlns:p14="http://schemas.microsoft.com/office/powerpoint/2010/main" val="1942010660"/>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14941AC8-A881-4F84-BA86-5D861CA2B409}"/>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Two workflows meet in the course</a:t>
            </a:r>
          </a:p>
        </p:txBody>
      </p:sp>
      <p:sp>
        <p:nvSpPr>
          <p:cNvPr id="2" name="">
            <a:extLst xmlns:a="http://schemas.openxmlformats.org/drawingml/2006/main">
              <a:ext uri="{FF2B5EF4-FFF2-40B4-BE49-F238E27FC236}">
                <a16:creationId xmlns:a16="http://schemas.microsoft.com/office/drawing/2014/main" id="{9618550E-09D6-4644-805E-6F488BBAA9F3}"/>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9D5C9843-D706-47D7-9FD7-A16A1C703819}"/>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01:30–02:30</a:t>
            </a:r>
          </a:p>
        </p:txBody>
      </p:sp>
      <p:sp>
        <p:nvSpPr>
          <p:cNvPr id="4" name="text">
            <a:extLst xmlns:a="http://schemas.openxmlformats.org/drawingml/2006/main">
              <a:ext uri="{FF2B5EF4-FFF2-40B4-BE49-F238E27FC236}">
                <a16:creationId xmlns:a16="http://schemas.microsoft.com/office/drawing/2014/main" id="{74A28394-8B46-4057-AD70-8206679501F9}"/>
              </a:ext>
            </a:extLst>
          </p:cNvPr>
          <p:cNvSpPr>
            <a:spLocks xmlns:a="http://schemas.openxmlformats.org/drawingml/2006/main" noGrp="1"/>
          </p:cNvSpPr>
          <p:nvPr/>
        </p:nvSpPr>
        <p:spPr>
          <a:xfrm xmlns:a="http://schemas.openxmlformats.org/drawingml/2006/main">
            <a:off x="666750" y="1428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STUDENT</a:t>
            </a:r>
          </a:p>
        </p:txBody>
      </p:sp>
      <p:sp>
        <p:nvSpPr>
          <p:cNvPr id="5" name="text">
            <a:extLst xmlns:a="http://schemas.openxmlformats.org/drawingml/2006/main">
              <a:ext uri="{FF2B5EF4-FFF2-40B4-BE49-F238E27FC236}">
                <a16:creationId xmlns:a16="http://schemas.microsoft.com/office/drawing/2014/main" id="{C4D25764-4FFD-4363-8428-15845CDC5FE2}"/>
              </a:ext>
            </a:extLst>
          </p:cNvPr>
          <p:cNvSpPr>
            <a:spLocks xmlns:a="http://schemas.openxmlformats.org/drawingml/2006/main" noGrp="1"/>
          </p:cNvSpPr>
          <p:nvPr/>
        </p:nvSpPr>
        <p:spPr>
          <a:xfrm xmlns:a="http://schemas.openxmlformats.org/drawingml/2006/main">
            <a:off x="666750" y="18859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Explore</a:t>
            </a:r>
          </a:p>
        </p:txBody>
      </p:sp>
      <p:sp>
        <p:nvSpPr>
          <p:cNvPr id="6" name="">
            <a:extLst xmlns:a="http://schemas.openxmlformats.org/drawingml/2006/main">
              <a:ext uri="{FF2B5EF4-FFF2-40B4-BE49-F238E27FC236}">
                <a16:creationId xmlns:a16="http://schemas.microsoft.com/office/drawing/2014/main" id="{B210532C-2C9E-4CE6-9A41-E48CC346E5B4}"/>
              </a:ext>
            </a:extLst>
          </p:cNvPr>
          <p:cNvSpPr>
            <a:spLocks xmlns:a="http://schemas.openxmlformats.org/drawingml/2006/main" noGrp="1"/>
          </p:cNvSpPr>
          <p:nvPr/>
        </p:nvSpPr>
        <p:spPr>
          <a:xfrm xmlns:a="http://schemas.openxmlformats.org/drawingml/2006/main">
            <a:off x="1257300" y="23812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186E2E5-64C7-49D0-8262-6B21B959F937}"/>
              </a:ext>
            </a:extLst>
          </p:cNvPr>
          <p:cNvSpPr>
            <a:spLocks xmlns:a="http://schemas.openxmlformats.org/drawingml/2006/main" noGrp="1"/>
          </p:cNvSpPr>
          <p:nvPr/>
        </p:nvSpPr>
        <p:spPr>
          <a:xfrm xmlns:a="http://schemas.openxmlformats.org/drawingml/2006/main">
            <a:off x="2114550" y="23431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8" name="text">
            <a:extLst xmlns:a="http://schemas.openxmlformats.org/drawingml/2006/main">
              <a:ext uri="{FF2B5EF4-FFF2-40B4-BE49-F238E27FC236}">
                <a16:creationId xmlns:a16="http://schemas.microsoft.com/office/drawing/2014/main" id="{3E7CFFE5-F0D0-4A5F-9A1E-0E4C3B93BB3C}"/>
              </a:ext>
            </a:extLst>
          </p:cNvPr>
          <p:cNvSpPr>
            <a:spLocks xmlns:a="http://schemas.openxmlformats.org/drawingml/2006/main" noGrp="1"/>
          </p:cNvSpPr>
          <p:nvPr/>
        </p:nvSpPr>
        <p:spPr>
          <a:xfrm xmlns:a="http://schemas.openxmlformats.org/drawingml/2006/main">
            <a:off x="2457450" y="18859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Enroll</a:t>
            </a:r>
          </a:p>
        </p:txBody>
      </p:sp>
      <p:sp>
        <p:nvSpPr>
          <p:cNvPr id="9" name="">
            <a:extLst xmlns:a="http://schemas.openxmlformats.org/drawingml/2006/main">
              <a:ext uri="{FF2B5EF4-FFF2-40B4-BE49-F238E27FC236}">
                <a16:creationId xmlns:a16="http://schemas.microsoft.com/office/drawing/2014/main" id="{124E2FB4-8A9C-4604-BE68-48C31FBFDB01}"/>
              </a:ext>
            </a:extLst>
          </p:cNvPr>
          <p:cNvSpPr>
            <a:spLocks xmlns:a="http://schemas.openxmlformats.org/drawingml/2006/main" noGrp="1"/>
          </p:cNvSpPr>
          <p:nvPr/>
        </p:nvSpPr>
        <p:spPr>
          <a:xfrm xmlns:a="http://schemas.openxmlformats.org/drawingml/2006/main">
            <a:off x="3048000" y="23812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C2783D98-9248-4F7E-8B7F-5258BCF30923}"/>
              </a:ext>
            </a:extLst>
          </p:cNvPr>
          <p:cNvSpPr>
            <a:spLocks xmlns:a="http://schemas.openxmlformats.org/drawingml/2006/main" noGrp="1"/>
          </p:cNvSpPr>
          <p:nvPr/>
        </p:nvSpPr>
        <p:spPr>
          <a:xfrm xmlns:a="http://schemas.openxmlformats.org/drawingml/2006/main">
            <a:off x="3905250" y="23431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11" name="text">
            <a:extLst xmlns:a="http://schemas.openxmlformats.org/drawingml/2006/main">
              <a:ext uri="{FF2B5EF4-FFF2-40B4-BE49-F238E27FC236}">
                <a16:creationId xmlns:a16="http://schemas.microsoft.com/office/drawing/2014/main" id="{1707240D-4448-4537-BF5F-A6CF6862351B}"/>
              </a:ext>
            </a:extLst>
          </p:cNvPr>
          <p:cNvSpPr>
            <a:spLocks xmlns:a="http://schemas.openxmlformats.org/drawingml/2006/main" noGrp="1"/>
          </p:cNvSpPr>
          <p:nvPr/>
        </p:nvSpPr>
        <p:spPr>
          <a:xfrm xmlns:a="http://schemas.openxmlformats.org/drawingml/2006/main">
            <a:off x="4248150" y="18859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Watch</a:t>
            </a:r>
          </a:p>
        </p:txBody>
      </p:sp>
      <p:sp>
        <p:nvSpPr>
          <p:cNvPr id="12" name="">
            <a:extLst xmlns:a="http://schemas.openxmlformats.org/drawingml/2006/main">
              <a:ext uri="{FF2B5EF4-FFF2-40B4-BE49-F238E27FC236}">
                <a16:creationId xmlns:a16="http://schemas.microsoft.com/office/drawing/2014/main" id="{23D529FA-26C3-4580-B79D-7AE981F78BE2}"/>
              </a:ext>
            </a:extLst>
          </p:cNvPr>
          <p:cNvSpPr>
            <a:spLocks xmlns:a="http://schemas.openxmlformats.org/drawingml/2006/main" noGrp="1"/>
          </p:cNvSpPr>
          <p:nvPr/>
        </p:nvSpPr>
        <p:spPr>
          <a:xfrm xmlns:a="http://schemas.openxmlformats.org/drawingml/2006/main">
            <a:off x="4838700" y="23812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F8EF7396-A3C7-41B5-A465-EA743725B814}"/>
              </a:ext>
            </a:extLst>
          </p:cNvPr>
          <p:cNvSpPr>
            <a:spLocks xmlns:a="http://schemas.openxmlformats.org/drawingml/2006/main" noGrp="1"/>
          </p:cNvSpPr>
          <p:nvPr/>
        </p:nvSpPr>
        <p:spPr>
          <a:xfrm xmlns:a="http://schemas.openxmlformats.org/drawingml/2006/main">
            <a:off x="5695950" y="23431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14" name="text">
            <a:extLst xmlns:a="http://schemas.openxmlformats.org/drawingml/2006/main">
              <a:ext uri="{FF2B5EF4-FFF2-40B4-BE49-F238E27FC236}">
                <a16:creationId xmlns:a16="http://schemas.microsoft.com/office/drawing/2014/main" id="{D3AFE669-08F6-408B-B077-F8EEAEEB185C}"/>
              </a:ext>
            </a:extLst>
          </p:cNvPr>
          <p:cNvSpPr>
            <a:spLocks xmlns:a="http://schemas.openxmlformats.org/drawingml/2006/main" noGrp="1"/>
          </p:cNvSpPr>
          <p:nvPr/>
        </p:nvSpPr>
        <p:spPr>
          <a:xfrm xmlns:a="http://schemas.openxmlformats.org/drawingml/2006/main">
            <a:off x="6038850" y="18859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Practice</a:t>
            </a:r>
          </a:p>
        </p:txBody>
      </p:sp>
      <p:sp>
        <p:nvSpPr>
          <p:cNvPr id="15" name="">
            <a:extLst xmlns:a="http://schemas.openxmlformats.org/drawingml/2006/main">
              <a:ext uri="{FF2B5EF4-FFF2-40B4-BE49-F238E27FC236}">
                <a16:creationId xmlns:a16="http://schemas.microsoft.com/office/drawing/2014/main" id="{81A2CAB8-63A5-4383-9DD6-9B8492590865}"/>
              </a:ext>
            </a:extLst>
          </p:cNvPr>
          <p:cNvSpPr>
            <a:spLocks xmlns:a="http://schemas.openxmlformats.org/drawingml/2006/main" noGrp="1"/>
          </p:cNvSpPr>
          <p:nvPr/>
        </p:nvSpPr>
        <p:spPr>
          <a:xfrm xmlns:a="http://schemas.openxmlformats.org/drawingml/2006/main">
            <a:off x="6629400" y="23812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F1ABF9E1-9C0A-4C91-88DC-FB681264795B}"/>
              </a:ext>
            </a:extLst>
          </p:cNvPr>
          <p:cNvSpPr>
            <a:spLocks xmlns:a="http://schemas.openxmlformats.org/drawingml/2006/main" noGrp="1"/>
          </p:cNvSpPr>
          <p:nvPr/>
        </p:nvSpPr>
        <p:spPr>
          <a:xfrm xmlns:a="http://schemas.openxmlformats.org/drawingml/2006/main">
            <a:off x="7486650" y="23431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17" name="text">
            <a:extLst xmlns:a="http://schemas.openxmlformats.org/drawingml/2006/main">
              <a:ext uri="{FF2B5EF4-FFF2-40B4-BE49-F238E27FC236}">
                <a16:creationId xmlns:a16="http://schemas.microsoft.com/office/drawing/2014/main" id="{E01A68B2-A166-4AAE-BBA6-50DE4ED91BE5}"/>
              </a:ext>
            </a:extLst>
          </p:cNvPr>
          <p:cNvSpPr>
            <a:spLocks xmlns:a="http://schemas.openxmlformats.org/drawingml/2006/main" noGrp="1"/>
          </p:cNvSpPr>
          <p:nvPr/>
        </p:nvSpPr>
        <p:spPr>
          <a:xfrm xmlns:a="http://schemas.openxmlformats.org/drawingml/2006/main">
            <a:off x="7829550" y="18859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Complete</a:t>
            </a:r>
          </a:p>
        </p:txBody>
      </p:sp>
      <p:sp>
        <p:nvSpPr>
          <p:cNvPr id="18" name="">
            <a:extLst xmlns:a="http://schemas.openxmlformats.org/drawingml/2006/main">
              <a:ext uri="{FF2B5EF4-FFF2-40B4-BE49-F238E27FC236}">
                <a16:creationId xmlns:a16="http://schemas.microsoft.com/office/drawing/2014/main" id="{A12B9E33-14D9-45F7-82C5-82A5FF972DEB}"/>
              </a:ext>
            </a:extLst>
          </p:cNvPr>
          <p:cNvSpPr>
            <a:spLocks xmlns:a="http://schemas.openxmlformats.org/drawingml/2006/main" noGrp="1"/>
          </p:cNvSpPr>
          <p:nvPr/>
        </p:nvSpPr>
        <p:spPr>
          <a:xfrm xmlns:a="http://schemas.openxmlformats.org/drawingml/2006/main">
            <a:off x="8420100" y="23812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DC8541EB-6991-40F3-BE44-5D261687C3BB}"/>
              </a:ext>
            </a:extLst>
          </p:cNvPr>
          <p:cNvSpPr>
            <a:spLocks xmlns:a="http://schemas.openxmlformats.org/drawingml/2006/main" noGrp="1"/>
          </p:cNvSpPr>
          <p:nvPr/>
        </p:nvSpPr>
        <p:spPr>
          <a:xfrm xmlns:a="http://schemas.openxmlformats.org/drawingml/2006/main">
            <a:off x="9277350" y="23431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20" name="text">
            <a:extLst xmlns:a="http://schemas.openxmlformats.org/drawingml/2006/main">
              <a:ext uri="{FF2B5EF4-FFF2-40B4-BE49-F238E27FC236}">
                <a16:creationId xmlns:a16="http://schemas.microsoft.com/office/drawing/2014/main" id="{DA619B3A-F026-4B1C-AF05-D515953750DA}"/>
              </a:ext>
            </a:extLst>
          </p:cNvPr>
          <p:cNvSpPr>
            <a:spLocks xmlns:a="http://schemas.openxmlformats.org/drawingml/2006/main" noGrp="1"/>
          </p:cNvSpPr>
          <p:nvPr/>
        </p:nvSpPr>
        <p:spPr>
          <a:xfrm xmlns:a="http://schemas.openxmlformats.org/drawingml/2006/main">
            <a:off x="9620250" y="18859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Certificate</a:t>
            </a:r>
          </a:p>
        </p:txBody>
      </p:sp>
      <p:sp>
        <p:nvSpPr>
          <p:cNvPr id="21" name="">
            <a:extLst xmlns:a="http://schemas.openxmlformats.org/drawingml/2006/main">
              <a:ext uri="{FF2B5EF4-FFF2-40B4-BE49-F238E27FC236}">
                <a16:creationId xmlns:a16="http://schemas.microsoft.com/office/drawing/2014/main" id="{3C4F1EA3-528D-4035-A4C2-854BEF8A1D97}"/>
              </a:ext>
            </a:extLst>
          </p:cNvPr>
          <p:cNvSpPr>
            <a:spLocks xmlns:a="http://schemas.openxmlformats.org/drawingml/2006/main" noGrp="1"/>
          </p:cNvSpPr>
          <p:nvPr/>
        </p:nvSpPr>
        <p:spPr>
          <a:xfrm xmlns:a="http://schemas.openxmlformats.org/drawingml/2006/main">
            <a:off x="10210800" y="2381250"/>
            <a:ext cx="247650" cy="247650"/>
          </a:xfrm>
          <a:prstGeom xmlns:a="http://schemas.openxmlformats.org/drawingml/2006/main" prst="roundRect">
            <a:avLst>
              <a:gd name="adj" fmla="val 46154"/>
            </a:avLst>
          </a:prstGeom>
          <a:solidFill xmlns:a="http://schemas.openxmlformats.org/drawingml/2006/main">
            <a:srgbClr val="C4795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66F144-1B9F-4D22-B204-DEB8E2B2B9C6}"/>
              </a:ext>
            </a:extLst>
          </p:cNvPr>
          <p:cNvSpPr>
            <a:spLocks xmlns:a="http://schemas.openxmlformats.org/drawingml/2006/main" noGrp="1"/>
          </p:cNvSpPr>
          <p:nvPr/>
        </p:nvSpPr>
        <p:spPr>
          <a:xfrm xmlns:a="http://schemas.openxmlformats.org/drawingml/2006/main">
            <a:off x="666750" y="287655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CCED3428-B7D7-4310-931F-4EB6BF061918}"/>
              </a:ext>
            </a:extLst>
          </p:cNvPr>
          <p:cNvSpPr>
            <a:spLocks xmlns:a="http://schemas.openxmlformats.org/drawingml/2006/main" noGrp="1"/>
          </p:cNvSpPr>
          <p:nvPr/>
        </p:nvSpPr>
        <p:spPr>
          <a:xfrm xmlns:a="http://schemas.openxmlformats.org/drawingml/2006/main">
            <a:off x="666750" y="32004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INSTRUCTOR</a:t>
            </a:r>
          </a:p>
        </p:txBody>
      </p:sp>
      <p:sp>
        <p:nvSpPr>
          <p:cNvPr id="24" name="text">
            <a:extLst xmlns:a="http://schemas.openxmlformats.org/drawingml/2006/main">
              <a:ext uri="{FF2B5EF4-FFF2-40B4-BE49-F238E27FC236}">
                <a16:creationId xmlns:a16="http://schemas.microsoft.com/office/drawing/2014/main" id="{6A577098-F85E-4690-A8AC-3AC1D8D2541F}"/>
              </a:ext>
            </a:extLst>
          </p:cNvPr>
          <p:cNvSpPr>
            <a:spLocks xmlns:a="http://schemas.openxmlformats.org/drawingml/2006/main" noGrp="1"/>
          </p:cNvSpPr>
          <p:nvPr/>
        </p:nvSpPr>
        <p:spPr>
          <a:xfrm xmlns:a="http://schemas.openxmlformats.org/drawingml/2006/main">
            <a:off x="666750" y="36385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Apply</a:t>
            </a:r>
          </a:p>
        </p:txBody>
      </p:sp>
      <p:sp>
        <p:nvSpPr>
          <p:cNvPr id="25" name="">
            <a:extLst xmlns:a="http://schemas.openxmlformats.org/drawingml/2006/main">
              <a:ext uri="{FF2B5EF4-FFF2-40B4-BE49-F238E27FC236}">
                <a16:creationId xmlns:a16="http://schemas.microsoft.com/office/drawing/2014/main" id="{0EC8D885-5D2C-40AF-B019-04F91A60BDE1}"/>
              </a:ext>
            </a:extLst>
          </p:cNvPr>
          <p:cNvSpPr>
            <a:spLocks xmlns:a="http://schemas.openxmlformats.org/drawingml/2006/main" noGrp="1"/>
          </p:cNvSpPr>
          <p:nvPr/>
        </p:nvSpPr>
        <p:spPr>
          <a:xfrm xmlns:a="http://schemas.openxmlformats.org/drawingml/2006/main">
            <a:off x="1257300" y="41338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26" name="text">
            <a:extLst xmlns:a="http://schemas.openxmlformats.org/drawingml/2006/main">
              <a:ext uri="{FF2B5EF4-FFF2-40B4-BE49-F238E27FC236}">
                <a16:creationId xmlns:a16="http://schemas.microsoft.com/office/drawing/2014/main" id="{25C57CB2-7438-442C-8EBA-1A3DB820219B}"/>
              </a:ext>
            </a:extLst>
          </p:cNvPr>
          <p:cNvSpPr>
            <a:spLocks xmlns:a="http://schemas.openxmlformats.org/drawingml/2006/main" noGrp="1"/>
          </p:cNvSpPr>
          <p:nvPr/>
        </p:nvSpPr>
        <p:spPr>
          <a:xfrm xmlns:a="http://schemas.openxmlformats.org/drawingml/2006/main">
            <a:off x="2114550" y="40957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27" name="text">
            <a:extLst xmlns:a="http://schemas.openxmlformats.org/drawingml/2006/main">
              <a:ext uri="{FF2B5EF4-FFF2-40B4-BE49-F238E27FC236}">
                <a16:creationId xmlns:a16="http://schemas.microsoft.com/office/drawing/2014/main" id="{23AA4551-8D9D-491F-B66C-E9EDA135EEF1}"/>
              </a:ext>
            </a:extLst>
          </p:cNvPr>
          <p:cNvSpPr>
            <a:spLocks xmlns:a="http://schemas.openxmlformats.org/drawingml/2006/main" noGrp="1"/>
          </p:cNvSpPr>
          <p:nvPr/>
        </p:nvSpPr>
        <p:spPr>
          <a:xfrm xmlns:a="http://schemas.openxmlformats.org/drawingml/2006/main">
            <a:off x="2457450" y="36385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Build</a:t>
            </a:r>
          </a:p>
        </p:txBody>
      </p:sp>
      <p:sp>
        <p:nvSpPr>
          <p:cNvPr id="28" name="">
            <a:extLst xmlns:a="http://schemas.openxmlformats.org/drawingml/2006/main">
              <a:ext uri="{FF2B5EF4-FFF2-40B4-BE49-F238E27FC236}">
                <a16:creationId xmlns:a16="http://schemas.microsoft.com/office/drawing/2014/main" id="{5DD9BB80-FF59-4AB6-BB97-8CF503849008}"/>
              </a:ext>
            </a:extLst>
          </p:cNvPr>
          <p:cNvSpPr>
            <a:spLocks xmlns:a="http://schemas.openxmlformats.org/drawingml/2006/main" noGrp="1"/>
          </p:cNvSpPr>
          <p:nvPr/>
        </p:nvSpPr>
        <p:spPr>
          <a:xfrm xmlns:a="http://schemas.openxmlformats.org/drawingml/2006/main">
            <a:off x="3048000" y="41338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9E3246DC-D17A-4FD3-9946-C724796AEB7C}"/>
              </a:ext>
            </a:extLst>
          </p:cNvPr>
          <p:cNvSpPr>
            <a:spLocks xmlns:a="http://schemas.openxmlformats.org/drawingml/2006/main" noGrp="1"/>
          </p:cNvSpPr>
          <p:nvPr/>
        </p:nvSpPr>
        <p:spPr>
          <a:xfrm xmlns:a="http://schemas.openxmlformats.org/drawingml/2006/main">
            <a:off x="3905250" y="40957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30" name="text">
            <a:extLst xmlns:a="http://schemas.openxmlformats.org/drawingml/2006/main">
              <a:ext uri="{FF2B5EF4-FFF2-40B4-BE49-F238E27FC236}">
                <a16:creationId xmlns:a16="http://schemas.microsoft.com/office/drawing/2014/main" id="{6551EDA3-A8DE-46F5-9844-51DE45ECE801}"/>
              </a:ext>
            </a:extLst>
          </p:cNvPr>
          <p:cNvSpPr>
            <a:spLocks xmlns:a="http://schemas.openxmlformats.org/drawingml/2006/main" noGrp="1"/>
          </p:cNvSpPr>
          <p:nvPr/>
        </p:nvSpPr>
        <p:spPr>
          <a:xfrm xmlns:a="http://schemas.openxmlformats.org/drawingml/2006/main">
            <a:off x="4248150" y="36385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Upload</a:t>
            </a:r>
          </a:p>
        </p:txBody>
      </p:sp>
      <p:sp>
        <p:nvSpPr>
          <p:cNvPr id="31" name="">
            <a:extLst xmlns:a="http://schemas.openxmlformats.org/drawingml/2006/main">
              <a:ext uri="{FF2B5EF4-FFF2-40B4-BE49-F238E27FC236}">
                <a16:creationId xmlns:a16="http://schemas.microsoft.com/office/drawing/2014/main" id="{8AF84D7A-6B1A-4733-B81F-BA0AEB81D9D2}"/>
              </a:ext>
            </a:extLst>
          </p:cNvPr>
          <p:cNvSpPr>
            <a:spLocks xmlns:a="http://schemas.openxmlformats.org/drawingml/2006/main" noGrp="1"/>
          </p:cNvSpPr>
          <p:nvPr/>
        </p:nvSpPr>
        <p:spPr>
          <a:xfrm xmlns:a="http://schemas.openxmlformats.org/drawingml/2006/main">
            <a:off x="4838700" y="41338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32" name="text">
            <a:extLst xmlns:a="http://schemas.openxmlformats.org/drawingml/2006/main">
              <a:ext uri="{FF2B5EF4-FFF2-40B4-BE49-F238E27FC236}">
                <a16:creationId xmlns:a16="http://schemas.microsoft.com/office/drawing/2014/main" id="{301F4AA1-1C7B-41A1-9DB9-111E77474CB7}"/>
              </a:ext>
            </a:extLst>
          </p:cNvPr>
          <p:cNvSpPr>
            <a:spLocks xmlns:a="http://schemas.openxmlformats.org/drawingml/2006/main" noGrp="1"/>
          </p:cNvSpPr>
          <p:nvPr/>
        </p:nvSpPr>
        <p:spPr>
          <a:xfrm xmlns:a="http://schemas.openxmlformats.org/drawingml/2006/main">
            <a:off x="5695950" y="40957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33" name="text">
            <a:extLst xmlns:a="http://schemas.openxmlformats.org/drawingml/2006/main">
              <a:ext uri="{FF2B5EF4-FFF2-40B4-BE49-F238E27FC236}">
                <a16:creationId xmlns:a16="http://schemas.microsoft.com/office/drawing/2014/main" id="{9D861EB5-7B2B-453D-BDF6-9A8488D237A6}"/>
              </a:ext>
            </a:extLst>
          </p:cNvPr>
          <p:cNvSpPr>
            <a:spLocks xmlns:a="http://schemas.openxmlformats.org/drawingml/2006/main" noGrp="1"/>
          </p:cNvSpPr>
          <p:nvPr/>
        </p:nvSpPr>
        <p:spPr>
          <a:xfrm xmlns:a="http://schemas.openxmlformats.org/drawingml/2006/main">
            <a:off x="6038850" y="36385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Publish</a:t>
            </a:r>
          </a:p>
        </p:txBody>
      </p:sp>
      <p:sp>
        <p:nvSpPr>
          <p:cNvPr id="34" name="">
            <a:extLst xmlns:a="http://schemas.openxmlformats.org/drawingml/2006/main">
              <a:ext uri="{FF2B5EF4-FFF2-40B4-BE49-F238E27FC236}">
                <a16:creationId xmlns:a16="http://schemas.microsoft.com/office/drawing/2014/main" id="{21EBC925-1811-4467-B538-541EB6D8B4F8}"/>
              </a:ext>
            </a:extLst>
          </p:cNvPr>
          <p:cNvSpPr>
            <a:spLocks xmlns:a="http://schemas.openxmlformats.org/drawingml/2006/main" noGrp="1"/>
          </p:cNvSpPr>
          <p:nvPr/>
        </p:nvSpPr>
        <p:spPr>
          <a:xfrm xmlns:a="http://schemas.openxmlformats.org/drawingml/2006/main">
            <a:off x="6629400" y="41338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35" name="text">
            <a:extLst xmlns:a="http://schemas.openxmlformats.org/drawingml/2006/main">
              <a:ext uri="{FF2B5EF4-FFF2-40B4-BE49-F238E27FC236}">
                <a16:creationId xmlns:a16="http://schemas.microsoft.com/office/drawing/2014/main" id="{B5EB3FF5-A1E4-41C0-963E-08593C7D8610}"/>
              </a:ext>
            </a:extLst>
          </p:cNvPr>
          <p:cNvSpPr>
            <a:spLocks xmlns:a="http://schemas.openxmlformats.org/drawingml/2006/main" noGrp="1"/>
          </p:cNvSpPr>
          <p:nvPr/>
        </p:nvSpPr>
        <p:spPr>
          <a:xfrm xmlns:a="http://schemas.openxmlformats.org/drawingml/2006/main">
            <a:off x="7486650" y="40957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36" name="text">
            <a:extLst xmlns:a="http://schemas.openxmlformats.org/drawingml/2006/main">
              <a:ext uri="{FF2B5EF4-FFF2-40B4-BE49-F238E27FC236}">
                <a16:creationId xmlns:a16="http://schemas.microsoft.com/office/drawing/2014/main" id="{589242AE-3BD6-4D85-89A4-6E94BE806398}"/>
              </a:ext>
            </a:extLst>
          </p:cNvPr>
          <p:cNvSpPr>
            <a:spLocks xmlns:a="http://schemas.openxmlformats.org/drawingml/2006/main" noGrp="1"/>
          </p:cNvSpPr>
          <p:nvPr/>
        </p:nvSpPr>
        <p:spPr>
          <a:xfrm xmlns:a="http://schemas.openxmlformats.org/drawingml/2006/main">
            <a:off x="7829550" y="36385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Teach</a:t>
            </a:r>
          </a:p>
        </p:txBody>
      </p:sp>
      <p:sp>
        <p:nvSpPr>
          <p:cNvPr id="37" name="">
            <a:extLst xmlns:a="http://schemas.openxmlformats.org/drawingml/2006/main">
              <a:ext uri="{FF2B5EF4-FFF2-40B4-BE49-F238E27FC236}">
                <a16:creationId xmlns:a16="http://schemas.microsoft.com/office/drawing/2014/main" id="{3DC7ABFC-E3F2-4F60-B025-B4DF5A8015BC}"/>
              </a:ext>
            </a:extLst>
          </p:cNvPr>
          <p:cNvSpPr>
            <a:spLocks xmlns:a="http://schemas.openxmlformats.org/drawingml/2006/main" noGrp="1"/>
          </p:cNvSpPr>
          <p:nvPr/>
        </p:nvSpPr>
        <p:spPr>
          <a:xfrm xmlns:a="http://schemas.openxmlformats.org/drawingml/2006/main">
            <a:off x="8420100" y="4133850"/>
            <a:ext cx="247650" cy="247650"/>
          </a:xfrm>
          <a:prstGeom xmlns:a="http://schemas.openxmlformats.org/drawingml/2006/main" prst="roundRect">
            <a:avLst>
              <a:gd name="adj" fmla="val 46154"/>
            </a:avLst>
          </a:prstGeom>
          <a:solidFill xmlns:a="http://schemas.openxmlformats.org/drawingml/2006/main">
            <a:srgbClr val="315B4A"/>
          </a:solidFill>
          <a:ln xmlns:a="http://schemas.openxmlformats.org/drawingml/2006/main" w="0">
            <a:noFill/>
            <a:prstDash val="solid"/>
          </a:ln>
        </p:spPr>
      </p:sp>
      <p:sp>
        <p:nvSpPr>
          <p:cNvPr id="38" name="text">
            <a:extLst xmlns:a="http://schemas.openxmlformats.org/drawingml/2006/main">
              <a:ext uri="{FF2B5EF4-FFF2-40B4-BE49-F238E27FC236}">
                <a16:creationId xmlns:a16="http://schemas.microsoft.com/office/drawing/2014/main" id="{270DCEF0-6A74-4D0A-9086-4BC75DD251D8}"/>
              </a:ext>
            </a:extLst>
          </p:cNvPr>
          <p:cNvSpPr>
            <a:spLocks xmlns:a="http://schemas.openxmlformats.org/drawingml/2006/main" noGrp="1"/>
          </p:cNvSpPr>
          <p:nvPr/>
        </p:nvSpPr>
        <p:spPr>
          <a:xfrm xmlns:a="http://schemas.openxmlformats.org/drawingml/2006/main">
            <a:off x="9277350" y="4095750"/>
            <a:ext cx="314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950" b="0">
                <a:solidFill>
                  <a:srgbClr val="8CA58D"/>
                </a:solidFill>
                <a:latin typeface="Arial"/>
                <a:ea typeface="Arial"/>
                <a:cs typeface="Arial"/>
              </a:defRPr>
            </a:defPPr>
            <a:lvl1pPr algn="ctr">
              <a:defRPr sz="1950" b="0">
                <a:solidFill>
                  <a:srgbClr val="8CA58D"/>
                </a:solidFill>
                <a:latin typeface="Arial"/>
                <a:ea typeface="Arial"/>
                <a:cs typeface="Arial"/>
              </a:defRPr>
            </a:lvl1pPr>
            <a:lvl2pPr algn="ctr">
              <a:defRPr sz="1950" b="0">
                <a:solidFill>
                  <a:srgbClr val="8CA58D"/>
                </a:solidFill>
                <a:latin typeface="Arial"/>
                <a:ea typeface="Arial"/>
                <a:cs typeface="Arial"/>
              </a:defRPr>
            </a:lvl2pPr>
            <a:lvl3pPr algn="ctr">
              <a:defRPr sz="1950" b="0">
                <a:solidFill>
                  <a:srgbClr val="8CA58D"/>
                </a:solidFill>
                <a:latin typeface="Arial"/>
                <a:ea typeface="Arial"/>
                <a:cs typeface="Arial"/>
              </a:defRPr>
            </a:lvl3pPr>
            <a:lvl4pPr algn="ctr">
              <a:defRPr sz="1950" b="0">
                <a:solidFill>
                  <a:srgbClr val="8CA58D"/>
                </a:solidFill>
                <a:latin typeface="Arial"/>
                <a:ea typeface="Arial"/>
                <a:cs typeface="Arial"/>
              </a:defRPr>
            </a:lvl4pPr>
            <a:lvl5pPr algn="ctr">
              <a:defRPr sz="1950" b="0">
                <a:solidFill>
                  <a:srgbClr val="8CA58D"/>
                </a:solidFill>
                <a:latin typeface="Arial"/>
                <a:ea typeface="Arial"/>
                <a:cs typeface="Arial"/>
              </a:defRPr>
            </a:lvl5pPr>
            <a:lvl6pPr algn="ctr">
              <a:defRPr sz="1950" b="0">
                <a:solidFill>
                  <a:srgbClr val="8CA58D"/>
                </a:solidFill>
                <a:latin typeface="Arial"/>
                <a:ea typeface="Arial"/>
                <a:cs typeface="Arial"/>
              </a:defRPr>
            </a:lvl6pPr>
            <a:lvl7pPr algn="ctr">
              <a:defRPr sz="1950" b="0">
                <a:solidFill>
                  <a:srgbClr val="8CA58D"/>
                </a:solidFill>
                <a:latin typeface="Arial"/>
                <a:ea typeface="Arial"/>
                <a:cs typeface="Arial"/>
              </a:defRPr>
            </a:lvl7pPr>
            <a:lvl8pPr algn="ctr">
              <a:defRPr sz="1950" b="0">
                <a:solidFill>
                  <a:srgbClr val="8CA58D"/>
                </a:solidFill>
                <a:latin typeface="Arial"/>
                <a:ea typeface="Arial"/>
                <a:cs typeface="Arial"/>
              </a:defRPr>
            </a:lvl8pPr>
            <a:lvl9pPr algn="ctr">
              <a:defRPr sz="1950" b="0">
                <a:solidFill>
                  <a:srgbClr val="8CA58D"/>
                </a:solidFill>
                <a:latin typeface="Arial"/>
                <a:ea typeface="Arial"/>
                <a:cs typeface="Arial"/>
              </a:defRPr>
            </a:lvl9pPr>
          </a:lstStyle>
          <a:p xmlns:a="http://schemas.openxmlformats.org/drawingml/2006/main">
            <a:pPr algn="ctr">
              <a:defRPr sz="1950" b="0">
                <a:solidFill>
                  <a:srgbClr val="8CA58D"/>
                </a:solidFill>
                <a:latin typeface="Arial"/>
                <a:ea typeface="Arial"/>
                <a:cs typeface="Arial"/>
              </a:defRPr>
            </a:pPr>
            <a:r>
              <a:rPr sz="1950" b="0">
                <a:solidFill>
                  <a:srgbClr val="8CA58D"/>
                </a:solidFill>
                <a:latin typeface="Arial"/>
                <a:ea typeface="Arial"/>
                <a:cs typeface="Arial"/>
              </a:rPr>
              <a:t>→</a:t>
            </a:r>
          </a:p>
        </p:txBody>
      </p:sp>
      <p:sp>
        <p:nvSpPr>
          <p:cNvPr id="39" name="text">
            <a:extLst xmlns:a="http://schemas.openxmlformats.org/drawingml/2006/main">
              <a:ext uri="{FF2B5EF4-FFF2-40B4-BE49-F238E27FC236}">
                <a16:creationId xmlns:a16="http://schemas.microsoft.com/office/drawing/2014/main" id="{89570999-01D3-415D-9D28-3D44E873B781}"/>
              </a:ext>
            </a:extLst>
          </p:cNvPr>
          <p:cNvSpPr>
            <a:spLocks xmlns:a="http://schemas.openxmlformats.org/drawingml/2006/main" noGrp="1"/>
          </p:cNvSpPr>
          <p:nvPr/>
        </p:nvSpPr>
        <p:spPr>
          <a:xfrm xmlns:a="http://schemas.openxmlformats.org/drawingml/2006/main">
            <a:off x="9620250" y="36385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D332D"/>
                </a:solidFill>
                <a:latin typeface="Arial"/>
                <a:ea typeface="Arial"/>
                <a:cs typeface="Arial"/>
              </a:defRPr>
            </a:defPPr>
            <a:lvl1pPr algn="ctr">
              <a:defRPr sz="1575" b="1">
                <a:solidFill>
                  <a:srgbClr val="1D332D"/>
                </a:solidFill>
                <a:latin typeface="Arial"/>
                <a:ea typeface="Arial"/>
                <a:cs typeface="Arial"/>
              </a:defRPr>
            </a:lvl1pPr>
            <a:lvl2pPr algn="ctr">
              <a:defRPr sz="1575" b="1">
                <a:solidFill>
                  <a:srgbClr val="1D332D"/>
                </a:solidFill>
                <a:latin typeface="Arial"/>
                <a:ea typeface="Arial"/>
                <a:cs typeface="Arial"/>
              </a:defRPr>
            </a:lvl2pPr>
            <a:lvl3pPr algn="ctr">
              <a:defRPr sz="1575" b="1">
                <a:solidFill>
                  <a:srgbClr val="1D332D"/>
                </a:solidFill>
                <a:latin typeface="Arial"/>
                <a:ea typeface="Arial"/>
                <a:cs typeface="Arial"/>
              </a:defRPr>
            </a:lvl3pPr>
            <a:lvl4pPr algn="ctr">
              <a:defRPr sz="1575" b="1">
                <a:solidFill>
                  <a:srgbClr val="1D332D"/>
                </a:solidFill>
                <a:latin typeface="Arial"/>
                <a:ea typeface="Arial"/>
                <a:cs typeface="Arial"/>
              </a:defRPr>
            </a:lvl4pPr>
            <a:lvl5pPr algn="ctr">
              <a:defRPr sz="1575" b="1">
                <a:solidFill>
                  <a:srgbClr val="1D332D"/>
                </a:solidFill>
                <a:latin typeface="Arial"/>
                <a:ea typeface="Arial"/>
                <a:cs typeface="Arial"/>
              </a:defRPr>
            </a:lvl5pPr>
            <a:lvl6pPr algn="ctr">
              <a:defRPr sz="1575" b="1">
                <a:solidFill>
                  <a:srgbClr val="1D332D"/>
                </a:solidFill>
                <a:latin typeface="Arial"/>
                <a:ea typeface="Arial"/>
                <a:cs typeface="Arial"/>
              </a:defRPr>
            </a:lvl6pPr>
            <a:lvl7pPr algn="ctr">
              <a:defRPr sz="1575" b="1">
                <a:solidFill>
                  <a:srgbClr val="1D332D"/>
                </a:solidFill>
                <a:latin typeface="Arial"/>
                <a:ea typeface="Arial"/>
                <a:cs typeface="Arial"/>
              </a:defRPr>
            </a:lvl7pPr>
            <a:lvl8pPr algn="ctr">
              <a:defRPr sz="1575" b="1">
                <a:solidFill>
                  <a:srgbClr val="1D332D"/>
                </a:solidFill>
                <a:latin typeface="Arial"/>
                <a:ea typeface="Arial"/>
                <a:cs typeface="Arial"/>
              </a:defRPr>
            </a:lvl8pPr>
            <a:lvl9pPr algn="ctr">
              <a:defRPr sz="1575" b="1">
                <a:solidFill>
                  <a:srgbClr val="1D332D"/>
                </a:solidFill>
                <a:latin typeface="Arial"/>
                <a:ea typeface="Arial"/>
                <a:cs typeface="Arial"/>
              </a:defRPr>
            </a:lvl9pPr>
          </a:lstStyle>
          <a:p xmlns:a="http://schemas.openxmlformats.org/drawingml/2006/main">
            <a:pPr algn="ctr">
              <a:defRPr sz="1575" b="1">
                <a:solidFill>
                  <a:srgbClr val="1D332D"/>
                </a:solidFill>
                <a:latin typeface="Arial"/>
                <a:ea typeface="Arial"/>
                <a:cs typeface="Arial"/>
              </a:defRPr>
            </a:pPr>
            <a:r>
              <a:rPr sz="1575" b="1">
                <a:solidFill>
                  <a:srgbClr val="1D332D"/>
                </a:solidFill>
                <a:latin typeface="Arial"/>
                <a:ea typeface="Arial"/>
                <a:cs typeface="Arial"/>
              </a:rPr>
              <a:t>Earn</a:t>
            </a:r>
          </a:p>
        </p:txBody>
      </p:sp>
      <p:sp>
        <p:nvSpPr>
          <p:cNvPr id="40" name="">
            <a:extLst xmlns:a="http://schemas.openxmlformats.org/drawingml/2006/main">
              <a:ext uri="{FF2B5EF4-FFF2-40B4-BE49-F238E27FC236}">
                <a16:creationId xmlns:a16="http://schemas.microsoft.com/office/drawing/2014/main" id="{051C5257-975C-4E3A-9948-C74F04FF9771}"/>
              </a:ext>
            </a:extLst>
          </p:cNvPr>
          <p:cNvSpPr>
            <a:spLocks xmlns:a="http://schemas.openxmlformats.org/drawingml/2006/main" noGrp="1"/>
          </p:cNvSpPr>
          <p:nvPr/>
        </p:nvSpPr>
        <p:spPr>
          <a:xfrm xmlns:a="http://schemas.openxmlformats.org/drawingml/2006/main">
            <a:off x="10210800" y="4133850"/>
            <a:ext cx="247650" cy="247650"/>
          </a:xfrm>
          <a:prstGeom xmlns:a="http://schemas.openxmlformats.org/drawingml/2006/main" prst="roundRect">
            <a:avLst>
              <a:gd name="adj" fmla="val 46154"/>
            </a:avLst>
          </a:prstGeom>
          <a:solidFill xmlns:a="http://schemas.openxmlformats.org/drawingml/2006/main">
            <a:srgbClr val="C47958"/>
          </a:solidFill>
          <a:ln xmlns:a="http://schemas.openxmlformats.org/drawingml/2006/main" w="0">
            <a:noFill/>
            <a:prstDash val="solid"/>
          </a:ln>
        </p:spPr>
      </p:sp>
      <p:sp>
        <p:nvSpPr>
          <p:cNvPr id="41" name="text">
            <a:extLst xmlns:a="http://schemas.openxmlformats.org/drawingml/2006/main">
              <a:ext uri="{FF2B5EF4-FFF2-40B4-BE49-F238E27FC236}">
                <a16:creationId xmlns:a16="http://schemas.microsoft.com/office/drawing/2014/main" id="{D8305975-2525-4A26-9427-9FABC845F19C}"/>
              </a:ext>
            </a:extLst>
          </p:cNvPr>
          <p:cNvSpPr>
            <a:spLocks xmlns:a="http://schemas.openxmlformats.org/drawingml/2006/main" noGrp="1"/>
          </p:cNvSpPr>
          <p:nvPr/>
        </p:nvSpPr>
        <p:spPr>
          <a:xfrm xmlns:a="http://schemas.openxmlformats.org/drawingml/2006/main">
            <a:off x="666750" y="5219700"/>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0">
                <a:solidFill>
                  <a:srgbClr val="536A61"/>
                </a:solidFill>
                <a:latin typeface="Arial"/>
                <a:ea typeface="Arial"/>
                <a:cs typeface="Arial"/>
              </a:defRPr>
            </a:defPPr>
            <a:lvl1pPr algn="l">
              <a:defRPr sz="1575" b="0">
                <a:solidFill>
                  <a:srgbClr val="536A61"/>
                </a:solidFill>
                <a:latin typeface="Arial"/>
                <a:ea typeface="Arial"/>
                <a:cs typeface="Arial"/>
              </a:defRPr>
            </a:lvl1pPr>
            <a:lvl2pPr algn="l">
              <a:defRPr sz="1575" b="0">
                <a:solidFill>
                  <a:srgbClr val="536A61"/>
                </a:solidFill>
                <a:latin typeface="Arial"/>
                <a:ea typeface="Arial"/>
                <a:cs typeface="Arial"/>
              </a:defRPr>
            </a:lvl2pPr>
            <a:lvl3pPr algn="l">
              <a:defRPr sz="1575" b="0">
                <a:solidFill>
                  <a:srgbClr val="536A61"/>
                </a:solidFill>
                <a:latin typeface="Arial"/>
                <a:ea typeface="Arial"/>
                <a:cs typeface="Arial"/>
              </a:defRPr>
            </a:lvl3pPr>
            <a:lvl4pPr algn="l">
              <a:defRPr sz="1575" b="0">
                <a:solidFill>
                  <a:srgbClr val="536A61"/>
                </a:solidFill>
                <a:latin typeface="Arial"/>
                <a:ea typeface="Arial"/>
                <a:cs typeface="Arial"/>
              </a:defRPr>
            </a:lvl4pPr>
            <a:lvl5pPr algn="l">
              <a:defRPr sz="1575" b="0">
                <a:solidFill>
                  <a:srgbClr val="536A61"/>
                </a:solidFill>
                <a:latin typeface="Arial"/>
                <a:ea typeface="Arial"/>
                <a:cs typeface="Arial"/>
              </a:defRPr>
            </a:lvl5pPr>
            <a:lvl6pPr algn="l">
              <a:defRPr sz="1575" b="0">
                <a:solidFill>
                  <a:srgbClr val="536A61"/>
                </a:solidFill>
                <a:latin typeface="Arial"/>
                <a:ea typeface="Arial"/>
                <a:cs typeface="Arial"/>
              </a:defRPr>
            </a:lvl6pPr>
            <a:lvl7pPr algn="l">
              <a:defRPr sz="1575" b="0">
                <a:solidFill>
                  <a:srgbClr val="536A61"/>
                </a:solidFill>
                <a:latin typeface="Arial"/>
                <a:ea typeface="Arial"/>
                <a:cs typeface="Arial"/>
              </a:defRPr>
            </a:lvl7pPr>
            <a:lvl8pPr algn="l">
              <a:defRPr sz="1575" b="0">
                <a:solidFill>
                  <a:srgbClr val="536A61"/>
                </a:solidFill>
                <a:latin typeface="Arial"/>
                <a:ea typeface="Arial"/>
                <a:cs typeface="Arial"/>
              </a:defRPr>
            </a:lvl8pPr>
            <a:lvl9pPr algn="l">
              <a:defRPr sz="1575" b="0">
                <a:solidFill>
                  <a:srgbClr val="536A61"/>
                </a:solidFill>
                <a:latin typeface="Arial"/>
                <a:ea typeface="Arial"/>
                <a:cs typeface="Arial"/>
              </a:defRPr>
            </a:lvl9pPr>
          </a:lstStyle>
          <a:p xmlns:a="http://schemas.openxmlformats.org/drawingml/2006/main">
            <a:pPr algn="l">
              <a:defRPr sz="1575" b="0">
                <a:solidFill>
                  <a:srgbClr val="536A61"/>
                </a:solidFill>
                <a:latin typeface="Arial"/>
                <a:ea typeface="Arial"/>
                <a:cs typeface="Arial"/>
              </a:defRPr>
            </a:pPr>
            <a:r>
              <a:rPr sz="1575" b="0">
                <a:solidFill>
                  <a:srgbClr val="536A61"/>
                </a:solidFill>
                <a:latin typeface="Arial"/>
                <a:ea typeface="Arial"/>
                <a:cs typeface="Arial"/>
              </a:rPr>
              <a:t>Demo routes: catalog → course detail → learning room; instructor studio → lesson upload → earnings.</a:t>
            </a:r>
          </a:p>
        </p:txBody>
      </p:sp>
    </p:spTree>
    <p:extLst>
      <p:ext uri="{BB962C8B-B14F-4D97-AF65-F5344CB8AC3E}">
        <p14:creationId xmlns:p14="http://schemas.microsoft.com/office/powerpoint/2010/main" val="2124589302"/>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D603D423-7423-478E-AAC2-6A8BF552C76D}"/>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D6D377EE-E528-49F5-9CA4-CDDC3D2F8CB0}"/>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8FE110CB-2A89-4BC7-8440-F952938F6392}"/>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02:30–04:00</a:t>
            </a:r>
          </a:p>
        </p:txBody>
      </p:sp>
      <p:sp>
        <p:nvSpPr>
          <p:cNvPr id="4" name="">
            <a:extLst xmlns:a="http://schemas.openxmlformats.org/drawingml/2006/main">
              <a:ext uri="{FF2B5EF4-FFF2-40B4-BE49-F238E27FC236}">
                <a16:creationId xmlns:a16="http://schemas.microsoft.com/office/drawing/2014/main" id="{F6DF24D2-7127-411C-A15B-0853755E4101}"/>
              </a:ext>
            </a:extLst>
          </p:cNvPr>
          <p:cNvSpPr>
            <a:spLocks xmlns:a="http://schemas.openxmlformats.org/drawingml/2006/main" noGrp="1"/>
          </p:cNvSpPr>
          <p:nvPr/>
        </p:nvSpPr>
        <p:spPr>
          <a:xfrm xmlns:a="http://schemas.openxmlformats.org/drawingml/2006/main">
            <a:off x="666750" y="1428750"/>
            <a:ext cx="2667000" cy="1143000"/>
          </a:xfrm>
          <a:prstGeom xmlns:a="http://schemas.openxmlformats.org/drawingml/2006/main" prst="roundRect">
            <a:avLst>
              <a:gd name="adj" fmla="val 10000"/>
            </a:avLst>
          </a:prstGeom>
          <a:solidFill xmlns:a="http://schemas.openxmlformats.org/drawingml/2006/main">
            <a:srgbClr val="E5EBE3"/>
          </a:solidFill>
          <a:ln xmlns:a="http://schemas.openxmlformats.org/drawingml/2006/main" w="9525">
            <a:solidFill>
              <a:srgbClr val="DEDFD6"/>
            </a:solidFill>
            <a:prstDash val="solid"/>
          </a:ln>
        </p:spPr>
      </p:sp>
      <p:sp>
        <p:nvSpPr>
          <p:cNvPr id="5" name="text">
            <a:extLst xmlns:a="http://schemas.openxmlformats.org/drawingml/2006/main">
              <a:ext uri="{FF2B5EF4-FFF2-40B4-BE49-F238E27FC236}">
                <a16:creationId xmlns:a16="http://schemas.microsoft.com/office/drawing/2014/main" id="{4AC638D3-A115-41D3-81DC-81B3681ED82F}"/>
              </a:ext>
            </a:extLst>
          </p:cNvPr>
          <p:cNvSpPr>
            <a:spLocks xmlns:a="http://schemas.openxmlformats.org/drawingml/2006/main" noGrp="1"/>
          </p:cNvSpPr>
          <p:nvPr/>
        </p:nvSpPr>
        <p:spPr>
          <a:xfrm xmlns:a="http://schemas.openxmlformats.org/drawingml/2006/main">
            <a:off x="838200" y="15621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Web app</a:t>
            </a:r>
          </a:p>
        </p:txBody>
      </p:sp>
      <p:sp>
        <p:nvSpPr>
          <p:cNvPr id="6" name="text">
            <a:extLst xmlns:a="http://schemas.openxmlformats.org/drawingml/2006/main">
              <a:ext uri="{FF2B5EF4-FFF2-40B4-BE49-F238E27FC236}">
                <a16:creationId xmlns:a16="http://schemas.microsoft.com/office/drawing/2014/main" id="{C239E8A2-26EC-4A0E-BC69-8D0D26F2477D}"/>
              </a:ext>
            </a:extLst>
          </p:cNvPr>
          <p:cNvSpPr>
            <a:spLocks xmlns:a="http://schemas.openxmlformats.org/drawingml/2006/main" noGrp="1"/>
          </p:cNvSpPr>
          <p:nvPr/>
        </p:nvSpPr>
        <p:spPr>
          <a:xfrm xmlns:a="http://schemas.openxmlformats.org/drawingml/2006/main">
            <a:off x="838200" y="1876425"/>
            <a:ext cx="23241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React + TypeScript</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Redux Toolkit / RTK Query</a:t>
            </a:r>
          </a:p>
        </p:txBody>
      </p:sp>
      <p:sp>
        <p:nvSpPr>
          <p:cNvPr id="7" name="text">
            <a:extLst xmlns:a="http://schemas.openxmlformats.org/drawingml/2006/main">
              <a:ext uri="{FF2B5EF4-FFF2-40B4-BE49-F238E27FC236}">
                <a16:creationId xmlns:a16="http://schemas.microsoft.com/office/drawing/2014/main" id="{E80D87A3-0665-452C-8F5A-FCF0AE54AFBC}"/>
              </a:ext>
            </a:extLst>
          </p:cNvPr>
          <p:cNvSpPr>
            <a:spLocks xmlns:a="http://schemas.openxmlformats.org/drawingml/2006/main" noGrp="1"/>
          </p:cNvSpPr>
          <p:nvPr/>
        </p:nvSpPr>
        <p:spPr>
          <a:xfrm xmlns:a="http://schemas.openxmlformats.org/drawingml/2006/main">
            <a:off x="3467100" y="1847850"/>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275" b="1">
                <a:solidFill>
                  <a:srgbClr val="315B4A"/>
                </a:solidFill>
                <a:latin typeface="Arial"/>
                <a:ea typeface="Arial"/>
                <a:cs typeface="Arial"/>
              </a:defRPr>
            </a:defPPr>
            <a:lvl1pPr algn="ctr">
              <a:defRPr sz="1275" b="1">
                <a:solidFill>
                  <a:srgbClr val="315B4A"/>
                </a:solidFill>
                <a:latin typeface="Arial"/>
                <a:ea typeface="Arial"/>
                <a:cs typeface="Arial"/>
              </a:defRPr>
            </a:lvl1pPr>
            <a:lvl2pPr algn="ctr">
              <a:defRPr sz="1275" b="1">
                <a:solidFill>
                  <a:srgbClr val="315B4A"/>
                </a:solidFill>
                <a:latin typeface="Arial"/>
                <a:ea typeface="Arial"/>
                <a:cs typeface="Arial"/>
              </a:defRPr>
            </a:lvl2pPr>
            <a:lvl3pPr algn="ctr">
              <a:defRPr sz="1275" b="1">
                <a:solidFill>
                  <a:srgbClr val="315B4A"/>
                </a:solidFill>
                <a:latin typeface="Arial"/>
                <a:ea typeface="Arial"/>
                <a:cs typeface="Arial"/>
              </a:defRPr>
            </a:lvl3pPr>
            <a:lvl4pPr algn="ctr">
              <a:defRPr sz="1275" b="1">
                <a:solidFill>
                  <a:srgbClr val="315B4A"/>
                </a:solidFill>
                <a:latin typeface="Arial"/>
                <a:ea typeface="Arial"/>
                <a:cs typeface="Arial"/>
              </a:defRPr>
            </a:lvl4pPr>
            <a:lvl5pPr algn="ctr">
              <a:defRPr sz="1275" b="1">
                <a:solidFill>
                  <a:srgbClr val="315B4A"/>
                </a:solidFill>
                <a:latin typeface="Arial"/>
                <a:ea typeface="Arial"/>
                <a:cs typeface="Arial"/>
              </a:defRPr>
            </a:lvl5pPr>
            <a:lvl6pPr algn="ctr">
              <a:defRPr sz="1275" b="1">
                <a:solidFill>
                  <a:srgbClr val="315B4A"/>
                </a:solidFill>
                <a:latin typeface="Arial"/>
                <a:ea typeface="Arial"/>
                <a:cs typeface="Arial"/>
              </a:defRPr>
            </a:lvl6pPr>
            <a:lvl7pPr algn="ctr">
              <a:defRPr sz="1275" b="1">
                <a:solidFill>
                  <a:srgbClr val="315B4A"/>
                </a:solidFill>
                <a:latin typeface="Arial"/>
                <a:ea typeface="Arial"/>
                <a:cs typeface="Arial"/>
              </a:defRPr>
            </a:lvl7pPr>
            <a:lvl8pPr algn="ctr">
              <a:defRPr sz="1275" b="1">
                <a:solidFill>
                  <a:srgbClr val="315B4A"/>
                </a:solidFill>
                <a:latin typeface="Arial"/>
                <a:ea typeface="Arial"/>
                <a:cs typeface="Arial"/>
              </a:defRPr>
            </a:lvl8pPr>
            <a:lvl9pPr algn="ctr">
              <a:defRPr sz="1275" b="1">
                <a:solidFill>
                  <a:srgbClr val="315B4A"/>
                </a:solidFill>
                <a:latin typeface="Arial"/>
                <a:ea typeface="Arial"/>
                <a:cs typeface="Arial"/>
              </a:defRPr>
            </a:lvl9pPr>
          </a:lstStyle>
          <a:p xmlns:a="http://schemas.openxmlformats.org/drawingml/2006/main">
            <a:pPr algn="ctr">
              <a:defRPr sz="1275" b="1">
                <a:solidFill>
                  <a:srgbClr val="315B4A"/>
                </a:solidFill>
                <a:latin typeface="Arial"/>
                <a:ea typeface="Arial"/>
                <a:cs typeface="Arial"/>
              </a:defRPr>
            </a:pPr>
            <a:r>
              <a:rPr sz="1275" b="1">
                <a:solidFill>
                  <a:srgbClr val="315B4A"/>
                </a:solidFill>
                <a:latin typeface="Arial"/>
                <a:ea typeface="Arial"/>
                <a:cs typeface="Arial"/>
              </a:rPr>
              <a:t>REST + session</a:t>
            </a:r>
          </a:p>
        </p:txBody>
      </p:sp>
      <p:sp>
        <p:nvSpPr>
          <p:cNvPr id="8" name="">
            <a:extLst xmlns:a="http://schemas.openxmlformats.org/drawingml/2006/main">
              <a:ext uri="{FF2B5EF4-FFF2-40B4-BE49-F238E27FC236}">
                <a16:creationId xmlns:a16="http://schemas.microsoft.com/office/drawing/2014/main" id="{EFE3ED7A-032B-431D-85DE-922C3B5DB896}"/>
              </a:ext>
            </a:extLst>
          </p:cNvPr>
          <p:cNvSpPr>
            <a:spLocks xmlns:a="http://schemas.openxmlformats.org/drawingml/2006/main" noGrp="1"/>
          </p:cNvSpPr>
          <p:nvPr/>
        </p:nvSpPr>
        <p:spPr>
          <a:xfrm xmlns:a="http://schemas.openxmlformats.org/drawingml/2006/main">
            <a:off x="4857750" y="1428750"/>
            <a:ext cx="29527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9525">
            <a:solidFill>
              <a:srgbClr val="DEDFD6"/>
            </a:solidFill>
            <a:prstDash val="solid"/>
          </a:ln>
        </p:spPr>
      </p:sp>
      <p:sp>
        <p:nvSpPr>
          <p:cNvPr id="9" name="text">
            <a:extLst xmlns:a="http://schemas.openxmlformats.org/drawingml/2006/main">
              <a:ext uri="{FF2B5EF4-FFF2-40B4-BE49-F238E27FC236}">
                <a16:creationId xmlns:a16="http://schemas.microsoft.com/office/drawing/2014/main" id="{D6097DB9-C933-4AC6-B182-A91FB797ECE0}"/>
              </a:ext>
            </a:extLst>
          </p:cNvPr>
          <p:cNvSpPr>
            <a:spLocks xmlns:a="http://schemas.openxmlformats.org/drawingml/2006/main" noGrp="1"/>
          </p:cNvSpPr>
          <p:nvPr/>
        </p:nvSpPr>
        <p:spPr>
          <a:xfrm xmlns:a="http://schemas.openxmlformats.org/drawingml/2006/main">
            <a:off x="5029200" y="15621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API</a:t>
            </a:r>
          </a:p>
        </p:txBody>
      </p:sp>
      <p:sp>
        <p:nvSpPr>
          <p:cNvPr id="10" name="text">
            <a:extLst xmlns:a="http://schemas.openxmlformats.org/drawingml/2006/main">
              <a:ext uri="{FF2B5EF4-FFF2-40B4-BE49-F238E27FC236}">
                <a16:creationId xmlns:a16="http://schemas.microsoft.com/office/drawing/2014/main" id="{ABB29F0C-C6BD-4ACD-8C51-6F322EEEB0C2}"/>
              </a:ext>
            </a:extLst>
          </p:cNvPr>
          <p:cNvSpPr>
            <a:spLocks xmlns:a="http://schemas.openxmlformats.org/drawingml/2006/main" noGrp="1"/>
          </p:cNvSpPr>
          <p:nvPr/>
        </p:nvSpPr>
        <p:spPr>
          <a:xfrm xmlns:a="http://schemas.openxmlformats.org/drawingml/2006/main">
            <a:off x="5029200" y="1876425"/>
            <a:ext cx="26098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Express + validation</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Role and ownership checks</a:t>
            </a:r>
          </a:p>
        </p:txBody>
      </p:sp>
      <p:sp>
        <p:nvSpPr>
          <p:cNvPr id="11" name="text">
            <a:extLst xmlns:a="http://schemas.openxmlformats.org/drawingml/2006/main">
              <a:ext uri="{FF2B5EF4-FFF2-40B4-BE49-F238E27FC236}">
                <a16:creationId xmlns:a16="http://schemas.microsoft.com/office/drawing/2014/main" id="{63107C34-68E5-46BC-9549-6D8E0FF80EF9}"/>
              </a:ext>
            </a:extLst>
          </p:cNvPr>
          <p:cNvSpPr>
            <a:spLocks xmlns:a="http://schemas.openxmlformats.org/drawingml/2006/main" noGrp="1"/>
          </p:cNvSpPr>
          <p:nvPr/>
        </p:nvSpPr>
        <p:spPr>
          <a:xfrm xmlns:a="http://schemas.openxmlformats.org/drawingml/2006/main">
            <a:off x="7943850" y="1847850"/>
            <a:ext cx="83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275" b="1">
                <a:solidFill>
                  <a:srgbClr val="315B4A"/>
                </a:solidFill>
                <a:latin typeface="Arial"/>
                <a:ea typeface="Arial"/>
                <a:cs typeface="Arial"/>
              </a:defRPr>
            </a:defPPr>
            <a:lvl1pPr algn="ctr">
              <a:defRPr sz="1275" b="1">
                <a:solidFill>
                  <a:srgbClr val="315B4A"/>
                </a:solidFill>
                <a:latin typeface="Arial"/>
                <a:ea typeface="Arial"/>
                <a:cs typeface="Arial"/>
              </a:defRPr>
            </a:lvl1pPr>
            <a:lvl2pPr algn="ctr">
              <a:defRPr sz="1275" b="1">
                <a:solidFill>
                  <a:srgbClr val="315B4A"/>
                </a:solidFill>
                <a:latin typeface="Arial"/>
                <a:ea typeface="Arial"/>
                <a:cs typeface="Arial"/>
              </a:defRPr>
            </a:lvl2pPr>
            <a:lvl3pPr algn="ctr">
              <a:defRPr sz="1275" b="1">
                <a:solidFill>
                  <a:srgbClr val="315B4A"/>
                </a:solidFill>
                <a:latin typeface="Arial"/>
                <a:ea typeface="Arial"/>
                <a:cs typeface="Arial"/>
              </a:defRPr>
            </a:lvl3pPr>
            <a:lvl4pPr algn="ctr">
              <a:defRPr sz="1275" b="1">
                <a:solidFill>
                  <a:srgbClr val="315B4A"/>
                </a:solidFill>
                <a:latin typeface="Arial"/>
                <a:ea typeface="Arial"/>
                <a:cs typeface="Arial"/>
              </a:defRPr>
            </a:lvl4pPr>
            <a:lvl5pPr algn="ctr">
              <a:defRPr sz="1275" b="1">
                <a:solidFill>
                  <a:srgbClr val="315B4A"/>
                </a:solidFill>
                <a:latin typeface="Arial"/>
                <a:ea typeface="Arial"/>
                <a:cs typeface="Arial"/>
              </a:defRPr>
            </a:lvl5pPr>
            <a:lvl6pPr algn="ctr">
              <a:defRPr sz="1275" b="1">
                <a:solidFill>
                  <a:srgbClr val="315B4A"/>
                </a:solidFill>
                <a:latin typeface="Arial"/>
                <a:ea typeface="Arial"/>
                <a:cs typeface="Arial"/>
              </a:defRPr>
            </a:lvl6pPr>
            <a:lvl7pPr algn="ctr">
              <a:defRPr sz="1275" b="1">
                <a:solidFill>
                  <a:srgbClr val="315B4A"/>
                </a:solidFill>
                <a:latin typeface="Arial"/>
                <a:ea typeface="Arial"/>
                <a:cs typeface="Arial"/>
              </a:defRPr>
            </a:lvl7pPr>
            <a:lvl8pPr algn="ctr">
              <a:defRPr sz="1275" b="1">
                <a:solidFill>
                  <a:srgbClr val="315B4A"/>
                </a:solidFill>
                <a:latin typeface="Arial"/>
                <a:ea typeface="Arial"/>
                <a:cs typeface="Arial"/>
              </a:defRPr>
            </a:lvl8pPr>
            <a:lvl9pPr algn="ctr">
              <a:defRPr sz="1275" b="1">
                <a:solidFill>
                  <a:srgbClr val="315B4A"/>
                </a:solidFill>
                <a:latin typeface="Arial"/>
                <a:ea typeface="Arial"/>
                <a:cs typeface="Arial"/>
              </a:defRPr>
            </a:lvl9pPr>
          </a:lstStyle>
          <a:p xmlns:a="http://schemas.openxmlformats.org/drawingml/2006/main">
            <a:pPr algn="ctr">
              <a:defRPr sz="1275" b="1">
                <a:solidFill>
                  <a:srgbClr val="315B4A"/>
                </a:solidFill>
                <a:latin typeface="Arial"/>
                <a:ea typeface="Arial"/>
                <a:cs typeface="Arial"/>
              </a:defRPr>
            </a:pPr>
            <a:r>
              <a:rPr sz="1275" b="1">
                <a:solidFill>
                  <a:srgbClr val="315B4A"/>
                </a:solidFill>
                <a:latin typeface="Arial"/>
                <a:ea typeface="Arial"/>
                <a:cs typeface="Arial"/>
              </a:rPr>
              <a:t>records</a:t>
            </a:r>
          </a:p>
        </p:txBody>
      </p:sp>
      <p:sp>
        <p:nvSpPr>
          <p:cNvPr id="12" name="">
            <a:extLst xmlns:a="http://schemas.openxmlformats.org/drawingml/2006/main">
              <a:ext uri="{FF2B5EF4-FFF2-40B4-BE49-F238E27FC236}">
                <a16:creationId xmlns:a16="http://schemas.microsoft.com/office/drawing/2014/main" id="{1C273D03-3295-4BE0-AC12-A7F936D9695C}"/>
              </a:ext>
            </a:extLst>
          </p:cNvPr>
          <p:cNvSpPr>
            <a:spLocks xmlns:a="http://schemas.openxmlformats.org/drawingml/2006/main" noGrp="1"/>
          </p:cNvSpPr>
          <p:nvPr/>
        </p:nvSpPr>
        <p:spPr>
          <a:xfrm xmlns:a="http://schemas.openxmlformats.org/drawingml/2006/main">
            <a:off x="8915400" y="1428750"/>
            <a:ext cx="2609850" cy="1143000"/>
          </a:xfrm>
          <a:prstGeom xmlns:a="http://schemas.openxmlformats.org/drawingml/2006/main" prst="roundRect">
            <a:avLst>
              <a:gd name="adj" fmla="val 10000"/>
            </a:avLst>
          </a:prstGeom>
          <a:solidFill xmlns:a="http://schemas.openxmlformats.org/drawingml/2006/main">
            <a:srgbClr val="E5EBE3"/>
          </a:solidFill>
          <a:ln xmlns:a="http://schemas.openxmlformats.org/drawingml/2006/main" w="9525">
            <a:solidFill>
              <a:srgbClr val="DEDFD6"/>
            </a:solidFill>
            <a:prstDash val="solid"/>
          </a:ln>
        </p:spPr>
      </p:sp>
      <p:sp>
        <p:nvSpPr>
          <p:cNvPr id="13" name="text">
            <a:extLst xmlns:a="http://schemas.openxmlformats.org/drawingml/2006/main">
              <a:ext uri="{FF2B5EF4-FFF2-40B4-BE49-F238E27FC236}">
                <a16:creationId xmlns:a16="http://schemas.microsoft.com/office/drawing/2014/main" id="{EFDEA850-5C10-4008-8644-E8A93A88A904}"/>
              </a:ext>
            </a:extLst>
          </p:cNvPr>
          <p:cNvSpPr>
            <a:spLocks xmlns:a="http://schemas.openxmlformats.org/drawingml/2006/main" noGrp="1"/>
          </p:cNvSpPr>
          <p:nvPr/>
        </p:nvSpPr>
        <p:spPr>
          <a:xfrm xmlns:a="http://schemas.openxmlformats.org/drawingml/2006/main">
            <a:off x="9086850" y="1562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Persistence</a:t>
            </a:r>
          </a:p>
        </p:txBody>
      </p:sp>
      <p:sp>
        <p:nvSpPr>
          <p:cNvPr id="14" name="text">
            <a:extLst xmlns:a="http://schemas.openxmlformats.org/drawingml/2006/main">
              <a:ext uri="{FF2B5EF4-FFF2-40B4-BE49-F238E27FC236}">
                <a16:creationId xmlns:a16="http://schemas.microsoft.com/office/drawing/2014/main" id="{8F80BEB9-BBCA-4536-9AE4-9E7BE51343A0}"/>
              </a:ext>
            </a:extLst>
          </p:cNvPr>
          <p:cNvSpPr>
            <a:spLocks xmlns:a="http://schemas.openxmlformats.org/drawingml/2006/main" noGrp="1"/>
          </p:cNvSpPr>
          <p:nvPr/>
        </p:nvSpPr>
        <p:spPr>
          <a:xfrm xmlns:a="http://schemas.openxmlformats.org/drawingml/2006/main">
            <a:off x="9086850" y="1876425"/>
            <a:ext cx="2266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MongoDB in configured mode</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JSON store for local demo</a:t>
            </a:r>
          </a:p>
        </p:txBody>
      </p:sp>
      <p:sp>
        <p:nvSpPr>
          <p:cNvPr id="15" name="text">
            <a:extLst xmlns:a="http://schemas.openxmlformats.org/drawingml/2006/main">
              <a:ext uri="{FF2B5EF4-FFF2-40B4-BE49-F238E27FC236}">
                <a16:creationId xmlns:a16="http://schemas.microsoft.com/office/drawing/2014/main" id="{B5E5EFC9-2672-4A5D-B1E6-9599372DDA6F}"/>
              </a:ext>
            </a:extLst>
          </p:cNvPr>
          <p:cNvSpPr>
            <a:spLocks xmlns:a="http://schemas.openxmlformats.org/drawingml/2006/main" noGrp="1"/>
          </p:cNvSpPr>
          <p:nvPr/>
        </p:nvSpPr>
        <p:spPr>
          <a:xfrm xmlns:a="http://schemas.openxmlformats.org/drawingml/2006/main">
            <a:off x="666750" y="3000375"/>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1">
                <a:solidFill>
                  <a:srgbClr val="315B4A"/>
                </a:solidFill>
                <a:latin typeface="Arial"/>
                <a:ea typeface="Arial"/>
                <a:cs typeface="Arial"/>
              </a:defRPr>
            </a:defPPr>
            <a:lvl1pPr algn="l">
              <a:defRPr sz="1275" b="1">
                <a:solidFill>
                  <a:srgbClr val="315B4A"/>
                </a:solidFill>
                <a:latin typeface="Arial"/>
                <a:ea typeface="Arial"/>
                <a:cs typeface="Arial"/>
              </a:defRPr>
            </a:lvl1pPr>
            <a:lvl2pPr algn="l">
              <a:defRPr sz="1275" b="1">
                <a:solidFill>
                  <a:srgbClr val="315B4A"/>
                </a:solidFill>
                <a:latin typeface="Arial"/>
                <a:ea typeface="Arial"/>
                <a:cs typeface="Arial"/>
              </a:defRPr>
            </a:lvl2pPr>
            <a:lvl3pPr algn="l">
              <a:defRPr sz="1275" b="1">
                <a:solidFill>
                  <a:srgbClr val="315B4A"/>
                </a:solidFill>
                <a:latin typeface="Arial"/>
                <a:ea typeface="Arial"/>
                <a:cs typeface="Arial"/>
              </a:defRPr>
            </a:lvl3pPr>
            <a:lvl4pPr algn="l">
              <a:defRPr sz="1275" b="1">
                <a:solidFill>
                  <a:srgbClr val="315B4A"/>
                </a:solidFill>
                <a:latin typeface="Arial"/>
                <a:ea typeface="Arial"/>
                <a:cs typeface="Arial"/>
              </a:defRPr>
            </a:lvl4pPr>
            <a:lvl5pPr algn="l">
              <a:defRPr sz="1275" b="1">
                <a:solidFill>
                  <a:srgbClr val="315B4A"/>
                </a:solidFill>
                <a:latin typeface="Arial"/>
                <a:ea typeface="Arial"/>
                <a:cs typeface="Arial"/>
              </a:defRPr>
            </a:lvl5pPr>
            <a:lvl6pPr algn="l">
              <a:defRPr sz="1275" b="1">
                <a:solidFill>
                  <a:srgbClr val="315B4A"/>
                </a:solidFill>
                <a:latin typeface="Arial"/>
                <a:ea typeface="Arial"/>
                <a:cs typeface="Arial"/>
              </a:defRPr>
            </a:lvl6pPr>
            <a:lvl7pPr algn="l">
              <a:defRPr sz="1275" b="1">
                <a:solidFill>
                  <a:srgbClr val="315B4A"/>
                </a:solidFill>
                <a:latin typeface="Arial"/>
                <a:ea typeface="Arial"/>
                <a:cs typeface="Arial"/>
              </a:defRPr>
            </a:lvl7pPr>
            <a:lvl8pPr algn="l">
              <a:defRPr sz="1275" b="1">
                <a:solidFill>
                  <a:srgbClr val="315B4A"/>
                </a:solidFill>
                <a:latin typeface="Arial"/>
                <a:ea typeface="Arial"/>
                <a:cs typeface="Arial"/>
              </a:defRPr>
            </a:lvl8pPr>
            <a:lvl9pPr algn="l">
              <a:defRPr sz="1275" b="1">
                <a:solidFill>
                  <a:srgbClr val="315B4A"/>
                </a:solidFill>
                <a:latin typeface="Arial"/>
                <a:ea typeface="Arial"/>
                <a:cs typeface="Arial"/>
              </a:defRPr>
            </a:lvl9pPr>
          </a:lstStyle>
          <a:p xmlns:a="http://schemas.openxmlformats.org/drawingml/2006/main">
            <a:pPr algn="l">
              <a:defRPr sz="1275" b="1">
                <a:solidFill>
                  <a:srgbClr val="315B4A"/>
                </a:solidFill>
                <a:latin typeface="Arial"/>
                <a:ea typeface="Arial"/>
                <a:cs typeface="Arial"/>
              </a:defRPr>
            </a:pPr>
            <a:r>
              <a:rPr sz="1275" b="1">
                <a:solidFill>
                  <a:srgbClr val="315B4A"/>
                </a:solidFill>
                <a:latin typeface="Arial"/>
                <a:ea typeface="Arial"/>
                <a:cs typeface="Arial"/>
              </a:rPr>
              <a:t>media job</a:t>
            </a:r>
          </a:p>
        </p:txBody>
      </p:sp>
      <p:sp>
        <p:nvSpPr>
          <p:cNvPr id="16" name="">
            <a:extLst xmlns:a="http://schemas.openxmlformats.org/drawingml/2006/main">
              <a:ext uri="{FF2B5EF4-FFF2-40B4-BE49-F238E27FC236}">
                <a16:creationId xmlns:a16="http://schemas.microsoft.com/office/drawing/2014/main" id="{B142BA91-51B8-48B7-9550-946104A9A410}"/>
              </a:ext>
            </a:extLst>
          </p:cNvPr>
          <p:cNvSpPr>
            <a:spLocks xmlns:a="http://schemas.openxmlformats.org/drawingml/2006/main" noGrp="1"/>
          </p:cNvSpPr>
          <p:nvPr/>
        </p:nvSpPr>
        <p:spPr>
          <a:xfrm xmlns:a="http://schemas.openxmlformats.org/drawingml/2006/main">
            <a:off x="666750" y="3409950"/>
            <a:ext cx="2286000" cy="1047750"/>
          </a:xfrm>
          <a:prstGeom xmlns:a="http://schemas.openxmlformats.org/drawingml/2006/main" prst="roundRect">
            <a:avLst>
              <a:gd name="adj" fmla="val 10909"/>
            </a:avLst>
          </a:prstGeom>
          <a:solidFill xmlns:a="http://schemas.openxmlformats.org/drawingml/2006/main">
            <a:srgbClr val="F3E7E0"/>
          </a:solidFill>
          <a:ln xmlns:a="http://schemas.openxmlformats.org/drawingml/2006/main" w="9525">
            <a:solidFill>
              <a:srgbClr val="DEDFD6"/>
            </a:solidFill>
            <a:prstDash val="solid"/>
          </a:ln>
        </p:spPr>
      </p:sp>
      <p:sp>
        <p:nvSpPr>
          <p:cNvPr id="17" name="text">
            <a:extLst xmlns:a="http://schemas.openxmlformats.org/drawingml/2006/main">
              <a:ext uri="{FF2B5EF4-FFF2-40B4-BE49-F238E27FC236}">
                <a16:creationId xmlns:a16="http://schemas.microsoft.com/office/drawing/2014/main" id="{493D2AEA-8298-43CB-9983-7D2106ECFB77}"/>
              </a:ext>
            </a:extLst>
          </p:cNvPr>
          <p:cNvSpPr>
            <a:spLocks xmlns:a="http://schemas.openxmlformats.org/drawingml/2006/main" noGrp="1"/>
          </p:cNvSpPr>
          <p:nvPr/>
        </p:nvSpPr>
        <p:spPr>
          <a:xfrm xmlns:a="http://schemas.openxmlformats.org/drawingml/2006/main">
            <a:off x="838200" y="3543300"/>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Queue</a:t>
            </a:r>
          </a:p>
        </p:txBody>
      </p:sp>
      <p:sp>
        <p:nvSpPr>
          <p:cNvPr id="18" name="text">
            <a:extLst xmlns:a="http://schemas.openxmlformats.org/drawingml/2006/main">
              <a:ext uri="{FF2B5EF4-FFF2-40B4-BE49-F238E27FC236}">
                <a16:creationId xmlns:a16="http://schemas.microsoft.com/office/drawing/2014/main" id="{01ED6EBB-6ADB-4562-96E7-0ECDF1E0405D}"/>
              </a:ext>
            </a:extLst>
          </p:cNvPr>
          <p:cNvSpPr>
            <a:spLocks xmlns:a="http://schemas.openxmlformats.org/drawingml/2006/main" noGrp="1"/>
          </p:cNvSpPr>
          <p:nvPr/>
        </p:nvSpPr>
        <p:spPr>
          <a:xfrm xmlns:a="http://schemas.openxmlformats.org/drawingml/2006/main">
            <a:off x="838200" y="3857625"/>
            <a:ext cx="19431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BullMQ + Redis</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Local durable fallback</a:t>
            </a:r>
          </a:p>
        </p:txBody>
      </p:sp>
      <p:sp>
        <p:nvSpPr>
          <p:cNvPr id="19" name="text">
            <a:extLst xmlns:a="http://schemas.openxmlformats.org/drawingml/2006/main">
              <a:ext uri="{FF2B5EF4-FFF2-40B4-BE49-F238E27FC236}">
                <a16:creationId xmlns:a16="http://schemas.microsoft.com/office/drawing/2014/main" id="{7002CF87-6BB9-4983-887B-DCE75FD34B0F}"/>
              </a:ext>
            </a:extLst>
          </p:cNvPr>
          <p:cNvSpPr>
            <a:spLocks xmlns:a="http://schemas.openxmlformats.org/drawingml/2006/main" noGrp="1"/>
          </p:cNvSpPr>
          <p:nvPr/>
        </p:nvSpPr>
        <p:spPr>
          <a:xfrm xmlns:a="http://schemas.openxmlformats.org/drawingml/2006/main">
            <a:off x="3105150" y="3752850"/>
            <a:ext cx="400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2250" b="0">
                <a:solidFill>
                  <a:srgbClr val="8CA58D"/>
                </a:solidFill>
                <a:latin typeface="Arial"/>
                <a:ea typeface="Arial"/>
                <a:cs typeface="Arial"/>
              </a:defRPr>
            </a:defPPr>
            <a:lvl1pPr algn="ctr">
              <a:defRPr sz="2250" b="0">
                <a:solidFill>
                  <a:srgbClr val="8CA58D"/>
                </a:solidFill>
                <a:latin typeface="Arial"/>
                <a:ea typeface="Arial"/>
                <a:cs typeface="Arial"/>
              </a:defRPr>
            </a:lvl1pPr>
            <a:lvl2pPr algn="ctr">
              <a:defRPr sz="2250" b="0">
                <a:solidFill>
                  <a:srgbClr val="8CA58D"/>
                </a:solidFill>
                <a:latin typeface="Arial"/>
                <a:ea typeface="Arial"/>
                <a:cs typeface="Arial"/>
              </a:defRPr>
            </a:lvl2pPr>
            <a:lvl3pPr algn="ctr">
              <a:defRPr sz="2250" b="0">
                <a:solidFill>
                  <a:srgbClr val="8CA58D"/>
                </a:solidFill>
                <a:latin typeface="Arial"/>
                <a:ea typeface="Arial"/>
                <a:cs typeface="Arial"/>
              </a:defRPr>
            </a:lvl3pPr>
            <a:lvl4pPr algn="ctr">
              <a:defRPr sz="2250" b="0">
                <a:solidFill>
                  <a:srgbClr val="8CA58D"/>
                </a:solidFill>
                <a:latin typeface="Arial"/>
                <a:ea typeface="Arial"/>
                <a:cs typeface="Arial"/>
              </a:defRPr>
            </a:lvl4pPr>
            <a:lvl5pPr algn="ctr">
              <a:defRPr sz="2250" b="0">
                <a:solidFill>
                  <a:srgbClr val="8CA58D"/>
                </a:solidFill>
                <a:latin typeface="Arial"/>
                <a:ea typeface="Arial"/>
                <a:cs typeface="Arial"/>
              </a:defRPr>
            </a:lvl5pPr>
            <a:lvl6pPr algn="ctr">
              <a:defRPr sz="2250" b="0">
                <a:solidFill>
                  <a:srgbClr val="8CA58D"/>
                </a:solidFill>
                <a:latin typeface="Arial"/>
                <a:ea typeface="Arial"/>
                <a:cs typeface="Arial"/>
              </a:defRPr>
            </a:lvl6pPr>
            <a:lvl7pPr algn="ctr">
              <a:defRPr sz="2250" b="0">
                <a:solidFill>
                  <a:srgbClr val="8CA58D"/>
                </a:solidFill>
                <a:latin typeface="Arial"/>
                <a:ea typeface="Arial"/>
                <a:cs typeface="Arial"/>
              </a:defRPr>
            </a:lvl7pPr>
            <a:lvl8pPr algn="ctr">
              <a:defRPr sz="2250" b="0">
                <a:solidFill>
                  <a:srgbClr val="8CA58D"/>
                </a:solidFill>
                <a:latin typeface="Arial"/>
                <a:ea typeface="Arial"/>
                <a:cs typeface="Arial"/>
              </a:defRPr>
            </a:lvl8pPr>
            <a:lvl9pPr algn="ctr">
              <a:defRPr sz="2250" b="0">
                <a:solidFill>
                  <a:srgbClr val="8CA58D"/>
                </a:solidFill>
                <a:latin typeface="Arial"/>
                <a:ea typeface="Arial"/>
                <a:cs typeface="Arial"/>
              </a:defRPr>
            </a:lvl9pPr>
          </a:lstStyle>
          <a:p xmlns:a="http://schemas.openxmlformats.org/drawingml/2006/main">
            <a:pPr algn="ctr">
              <a:defRPr sz="2250" b="0">
                <a:solidFill>
                  <a:srgbClr val="8CA58D"/>
                </a:solidFill>
                <a:latin typeface="Arial"/>
                <a:ea typeface="Arial"/>
                <a:cs typeface="Arial"/>
              </a:defRPr>
            </a:pPr>
            <a:r>
              <a:rPr sz="2250" b="0">
                <a:solidFill>
                  <a:srgbClr val="8CA58D"/>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C530B51F-BE02-4CED-9FB1-88AC05F8A15E}"/>
              </a:ext>
            </a:extLst>
          </p:cNvPr>
          <p:cNvSpPr>
            <a:spLocks xmlns:a="http://schemas.openxmlformats.org/drawingml/2006/main" noGrp="1"/>
          </p:cNvSpPr>
          <p:nvPr/>
        </p:nvSpPr>
        <p:spPr>
          <a:xfrm xmlns:a="http://schemas.openxmlformats.org/drawingml/2006/main">
            <a:off x="3619500" y="3409950"/>
            <a:ext cx="2428875" cy="1047750"/>
          </a:xfrm>
          <a:prstGeom xmlns:a="http://schemas.openxmlformats.org/drawingml/2006/main" prst="roundRect">
            <a:avLst>
              <a:gd name="adj" fmla="val 10909"/>
            </a:avLst>
          </a:prstGeom>
          <a:solidFill xmlns:a="http://schemas.openxmlformats.org/drawingml/2006/main">
            <a:srgbClr val="F3E7E0"/>
          </a:solidFill>
          <a:ln xmlns:a="http://schemas.openxmlformats.org/drawingml/2006/main" w="9525">
            <a:solidFill>
              <a:srgbClr val="DEDFD6"/>
            </a:solidFill>
            <a:prstDash val="solid"/>
          </a:ln>
        </p:spPr>
      </p:sp>
      <p:sp>
        <p:nvSpPr>
          <p:cNvPr id="21" name="text">
            <a:extLst xmlns:a="http://schemas.openxmlformats.org/drawingml/2006/main">
              <a:ext uri="{FF2B5EF4-FFF2-40B4-BE49-F238E27FC236}">
                <a16:creationId xmlns:a16="http://schemas.microsoft.com/office/drawing/2014/main" id="{DC05E4AA-91B4-4D51-B6C8-D000432122F6}"/>
              </a:ext>
            </a:extLst>
          </p:cNvPr>
          <p:cNvSpPr>
            <a:spLocks xmlns:a="http://schemas.openxmlformats.org/drawingml/2006/main" noGrp="1"/>
          </p:cNvSpPr>
          <p:nvPr/>
        </p:nvSpPr>
        <p:spPr>
          <a:xfrm xmlns:a="http://schemas.openxmlformats.org/drawingml/2006/main">
            <a:off x="3790950" y="3543300"/>
            <a:ext cx="2085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Worker</a:t>
            </a:r>
          </a:p>
        </p:txBody>
      </p:sp>
      <p:sp>
        <p:nvSpPr>
          <p:cNvPr id="22" name="text">
            <a:extLst xmlns:a="http://schemas.openxmlformats.org/drawingml/2006/main">
              <a:ext uri="{FF2B5EF4-FFF2-40B4-BE49-F238E27FC236}">
                <a16:creationId xmlns:a16="http://schemas.microsoft.com/office/drawing/2014/main" id="{298C5804-EB4C-4CFD-8E63-D5B4A79466BF}"/>
              </a:ext>
            </a:extLst>
          </p:cNvPr>
          <p:cNvSpPr>
            <a:spLocks xmlns:a="http://schemas.openxmlformats.org/drawingml/2006/main" noGrp="1"/>
          </p:cNvSpPr>
          <p:nvPr/>
        </p:nvSpPr>
        <p:spPr>
          <a:xfrm xmlns:a="http://schemas.openxmlformats.org/drawingml/2006/main">
            <a:off x="3790950" y="3857625"/>
            <a:ext cx="20859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FFprobe + FFmpeg</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HLS playlist and segments</a:t>
            </a:r>
          </a:p>
        </p:txBody>
      </p:sp>
      <p:sp>
        <p:nvSpPr>
          <p:cNvPr id="23" name="text">
            <a:extLst xmlns:a="http://schemas.openxmlformats.org/drawingml/2006/main">
              <a:ext uri="{FF2B5EF4-FFF2-40B4-BE49-F238E27FC236}">
                <a16:creationId xmlns:a16="http://schemas.microsoft.com/office/drawing/2014/main" id="{C72AD937-8755-47B1-B3BB-CF264469090C}"/>
              </a:ext>
            </a:extLst>
          </p:cNvPr>
          <p:cNvSpPr>
            <a:spLocks xmlns:a="http://schemas.openxmlformats.org/drawingml/2006/main" noGrp="1"/>
          </p:cNvSpPr>
          <p:nvPr/>
        </p:nvSpPr>
        <p:spPr>
          <a:xfrm xmlns:a="http://schemas.openxmlformats.org/drawingml/2006/main">
            <a:off x="6210300" y="3752850"/>
            <a:ext cx="400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2250" b="0">
                <a:solidFill>
                  <a:srgbClr val="8CA58D"/>
                </a:solidFill>
                <a:latin typeface="Arial"/>
                <a:ea typeface="Arial"/>
                <a:cs typeface="Arial"/>
              </a:defRPr>
            </a:defPPr>
            <a:lvl1pPr algn="ctr">
              <a:defRPr sz="2250" b="0">
                <a:solidFill>
                  <a:srgbClr val="8CA58D"/>
                </a:solidFill>
                <a:latin typeface="Arial"/>
                <a:ea typeface="Arial"/>
                <a:cs typeface="Arial"/>
              </a:defRPr>
            </a:lvl1pPr>
            <a:lvl2pPr algn="ctr">
              <a:defRPr sz="2250" b="0">
                <a:solidFill>
                  <a:srgbClr val="8CA58D"/>
                </a:solidFill>
                <a:latin typeface="Arial"/>
                <a:ea typeface="Arial"/>
                <a:cs typeface="Arial"/>
              </a:defRPr>
            </a:lvl2pPr>
            <a:lvl3pPr algn="ctr">
              <a:defRPr sz="2250" b="0">
                <a:solidFill>
                  <a:srgbClr val="8CA58D"/>
                </a:solidFill>
                <a:latin typeface="Arial"/>
                <a:ea typeface="Arial"/>
                <a:cs typeface="Arial"/>
              </a:defRPr>
            </a:lvl3pPr>
            <a:lvl4pPr algn="ctr">
              <a:defRPr sz="2250" b="0">
                <a:solidFill>
                  <a:srgbClr val="8CA58D"/>
                </a:solidFill>
                <a:latin typeface="Arial"/>
                <a:ea typeface="Arial"/>
                <a:cs typeface="Arial"/>
              </a:defRPr>
            </a:lvl4pPr>
            <a:lvl5pPr algn="ctr">
              <a:defRPr sz="2250" b="0">
                <a:solidFill>
                  <a:srgbClr val="8CA58D"/>
                </a:solidFill>
                <a:latin typeface="Arial"/>
                <a:ea typeface="Arial"/>
                <a:cs typeface="Arial"/>
              </a:defRPr>
            </a:lvl5pPr>
            <a:lvl6pPr algn="ctr">
              <a:defRPr sz="2250" b="0">
                <a:solidFill>
                  <a:srgbClr val="8CA58D"/>
                </a:solidFill>
                <a:latin typeface="Arial"/>
                <a:ea typeface="Arial"/>
                <a:cs typeface="Arial"/>
              </a:defRPr>
            </a:lvl6pPr>
            <a:lvl7pPr algn="ctr">
              <a:defRPr sz="2250" b="0">
                <a:solidFill>
                  <a:srgbClr val="8CA58D"/>
                </a:solidFill>
                <a:latin typeface="Arial"/>
                <a:ea typeface="Arial"/>
                <a:cs typeface="Arial"/>
              </a:defRPr>
            </a:lvl7pPr>
            <a:lvl8pPr algn="ctr">
              <a:defRPr sz="2250" b="0">
                <a:solidFill>
                  <a:srgbClr val="8CA58D"/>
                </a:solidFill>
                <a:latin typeface="Arial"/>
                <a:ea typeface="Arial"/>
                <a:cs typeface="Arial"/>
              </a:defRPr>
            </a:lvl8pPr>
            <a:lvl9pPr algn="ctr">
              <a:defRPr sz="2250" b="0">
                <a:solidFill>
                  <a:srgbClr val="8CA58D"/>
                </a:solidFill>
                <a:latin typeface="Arial"/>
                <a:ea typeface="Arial"/>
                <a:cs typeface="Arial"/>
              </a:defRPr>
            </a:lvl9pPr>
          </a:lstStyle>
          <a:p xmlns:a="http://schemas.openxmlformats.org/drawingml/2006/main">
            <a:pPr algn="ctr">
              <a:defRPr sz="2250" b="0">
                <a:solidFill>
                  <a:srgbClr val="8CA58D"/>
                </a:solidFill>
                <a:latin typeface="Arial"/>
                <a:ea typeface="Arial"/>
                <a:cs typeface="Arial"/>
              </a:defRPr>
            </a:pPr>
            <a:r>
              <a:rPr sz="2250" b="0">
                <a:solidFill>
                  <a:srgbClr val="8CA58D"/>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5FE854E2-BF51-45EF-A3CD-580DCD3A5198}"/>
              </a:ext>
            </a:extLst>
          </p:cNvPr>
          <p:cNvSpPr>
            <a:spLocks xmlns:a="http://schemas.openxmlformats.org/drawingml/2006/main" noGrp="1"/>
          </p:cNvSpPr>
          <p:nvPr/>
        </p:nvSpPr>
        <p:spPr>
          <a:xfrm xmlns:a="http://schemas.openxmlformats.org/drawingml/2006/main">
            <a:off x="6715125" y="3409950"/>
            <a:ext cx="2190750" cy="1047750"/>
          </a:xfrm>
          <a:prstGeom xmlns:a="http://schemas.openxmlformats.org/drawingml/2006/main" prst="roundRect">
            <a:avLst>
              <a:gd name="adj" fmla="val 10909"/>
            </a:avLst>
          </a:prstGeom>
          <a:solidFill xmlns:a="http://schemas.openxmlformats.org/drawingml/2006/main">
            <a:srgbClr val="E5EBE3"/>
          </a:solidFill>
          <a:ln xmlns:a="http://schemas.openxmlformats.org/drawingml/2006/main" w="9525">
            <a:solidFill>
              <a:srgbClr val="DEDFD6"/>
            </a:solidFill>
            <a:prstDash val="solid"/>
          </a:ln>
        </p:spPr>
      </p:sp>
      <p:sp>
        <p:nvSpPr>
          <p:cNvPr id="25" name="text">
            <a:extLst xmlns:a="http://schemas.openxmlformats.org/drawingml/2006/main">
              <a:ext uri="{FF2B5EF4-FFF2-40B4-BE49-F238E27FC236}">
                <a16:creationId xmlns:a16="http://schemas.microsoft.com/office/drawing/2014/main" id="{E28324FA-065B-4E34-BC28-89EB9C708F15}"/>
              </a:ext>
            </a:extLst>
          </p:cNvPr>
          <p:cNvSpPr>
            <a:spLocks xmlns:a="http://schemas.openxmlformats.org/drawingml/2006/main" noGrp="1"/>
          </p:cNvSpPr>
          <p:nvPr/>
        </p:nvSpPr>
        <p:spPr>
          <a:xfrm xmlns:a="http://schemas.openxmlformats.org/drawingml/2006/main">
            <a:off x="6886575" y="35433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Object storage</a:t>
            </a:r>
          </a:p>
        </p:txBody>
      </p:sp>
      <p:sp>
        <p:nvSpPr>
          <p:cNvPr id="26" name="text">
            <a:extLst xmlns:a="http://schemas.openxmlformats.org/drawingml/2006/main">
              <a:ext uri="{FF2B5EF4-FFF2-40B4-BE49-F238E27FC236}">
                <a16:creationId xmlns:a16="http://schemas.microsoft.com/office/drawing/2014/main" id="{27F2ABA0-CACD-4144-848D-79197F049A10}"/>
              </a:ext>
            </a:extLst>
          </p:cNvPr>
          <p:cNvSpPr>
            <a:spLocks xmlns:a="http://schemas.openxmlformats.org/drawingml/2006/main" noGrp="1"/>
          </p:cNvSpPr>
          <p:nvPr/>
        </p:nvSpPr>
        <p:spPr>
          <a:xfrm xmlns:a="http://schemas.openxmlformats.org/drawingml/2006/main">
            <a:off x="6886575" y="3857625"/>
            <a:ext cx="1847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Local for demo</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Private S3 when configured</a:t>
            </a:r>
          </a:p>
        </p:txBody>
      </p:sp>
      <p:sp>
        <p:nvSpPr>
          <p:cNvPr id="27" name="text">
            <a:extLst xmlns:a="http://schemas.openxmlformats.org/drawingml/2006/main">
              <a:ext uri="{FF2B5EF4-FFF2-40B4-BE49-F238E27FC236}">
                <a16:creationId xmlns:a16="http://schemas.microsoft.com/office/drawing/2014/main" id="{9E683E43-351D-41FF-8D0D-974570DB3DAE}"/>
              </a:ext>
            </a:extLst>
          </p:cNvPr>
          <p:cNvSpPr>
            <a:spLocks xmlns:a="http://schemas.openxmlformats.org/drawingml/2006/main" noGrp="1"/>
          </p:cNvSpPr>
          <p:nvPr/>
        </p:nvSpPr>
        <p:spPr>
          <a:xfrm xmlns:a="http://schemas.openxmlformats.org/drawingml/2006/main">
            <a:off x="9048750" y="3752850"/>
            <a:ext cx="400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2250" b="0">
                <a:solidFill>
                  <a:srgbClr val="8CA58D"/>
                </a:solidFill>
                <a:latin typeface="Arial"/>
                <a:ea typeface="Arial"/>
                <a:cs typeface="Arial"/>
              </a:defRPr>
            </a:defPPr>
            <a:lvl1pPr algn="ctr">
              <a:defRPr sz="2250" b="0">
                <a:solidFill>
                  <a:srgbClr val="8CA58D"/>
                </a:solidFill>
                <a:latin typeface="Arial"/>
                <a:ea typeface="Arial"/>
                <a:cs typeface="Arial"/>
              </a:defRPr>
            </a:lvl1pPr>
            <a:lvl2pPr algn="ctr">
              <a:defRPr sz="2250" b="0">
                <a:solidFill>
                  <a:srgbClr val="8CA58D"/>
                </a:solidFill>
                <a:latin typeface="Arial"/>
                <a:ea typeface="Arial"/>
                <a:cs typeface="Arial"/>
              </a:defRPr>
            </a:lvl2pPr>
            <a:lvl3pPr algn="ctr">
              <a:defRPr sz="2250" b="0">
                <a:solidFill>
                  <a:srgbClr val="8CA58D"/>
                </a:solidFill>
                <a:latin typeface="Arial"/>
                <a:ea typeface="Arial"/>
                <a:cs typeface="Arial"/>
              </a:defRPr>
            </a:lvl3pPr>
            <a:lvl4pPr algn="ctr">
              <a:defRPr sz="2250" b="0">
                <a:solidFill>
                  <a:srgbClr val="8CA58D"/>
                </a:solidFill>
                <a:latin typeface="Arial"/>
                <a:ea typeface="Arial"/>
                <a:cs typeface="Arial"/>
              </a:defRPr>
            </a:lvl4pPr>
            <a:lvl5pPr algn="ctr">
              <a:defRPr sz="2250" b="0">
                <a:solidFill>
                  <a:srgbClr val="8CA58D"/>
                </a:solidFill>
                <a:latin typeface="Arial"/>
                <a:ea typeface="Arial"/>
                <a:cs typeface="Arial"/>
              </a:defRPr>
            </a:lvl5pPr>
            <a:lvl6pPr algn="ctr">
              <a:defRPr sz="2250" b="0">
                <a:solidFill>
                  <a:srgbClr val="8CA58D"/>
                </a:solidFill>
                <a:latin typeface="Arial"/>
                <a:ea typeface="Arial"/>
                <a:cs typeface="Arial"/>
              </a:defRPr>
            </a:lvl6pPr>
            <a:lvl7pPr algn="ctr">
              <a:defRPr sz="2250" b="0">
                <a:solidFill>
                  <a:srgbClr val="8CA58D"/>
                </a:solidFill>
                <a:latin typeface="Arial"/>
                <a:ea typeface="Arial"/>
                <a:cs typeface="Arial"/>
              </a:defRPr>
            </a:lvl7pPr>
            <a:lvl8pPr algn="ctr">
              <a:defRPr sz="2250" b="0">
                <a:solidFill>
                  <a:srgbClr val="8CA58D"/>
                </a:solidFill>
                <a:latin typeface="Arial"/>
                <a:ea typeface="Arial"/>
                <a:cs typeface="Arial"/>
              </a:defRPr>
            </a:lvl8pPr>
            <a:lvl9pPr algn="ctr">
              <a:defRPr sz="2250" b="0">
                <a:solidFill>
                  <a:srgbClr val="8CA58D"/>
                </a:solidFill>
                <a:latin typeface="Arial"/>
                <a:ea typeface="Arial"/>
                <a:cs typeface="Arial"/>
              </a:defRPr>
            </a:lvl9pPr>
          </a:lstStyle>
          <a:p xmlns:a="http://schemas.openxmlformats.org/drawingml/2006/main">
            <a:pPr algn="ctr">
              <a:defRPr sz="2250" b="0">
                <a:solidFill>
                  <a:srgbClr val="8CA58D"/>
                </a:solidFill>
                <a:latin typeface="Arial"/>
                <a:ea typeface="Arial"/>
                <a:cs typeface="Arial"/>
              </a:defRPr>
            </a:pPr>
            <a:r>
              <a:rPr sz="2250" b="0">
                <a:solidFill>
                  <a:srgbClr val="8CA58D"/>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35300E75-DB5D-40BC-A2AE-8FE0A530D5CB}"/>
              </a:ext>
            </a:extLst>
          </p:cNvPr>
          <p:cNvSpPr>
            <a:spLocks xmlns:a="http://schemas.openxmlformats.org/drawingml/2006/main" noGrp="1"/>
          </p:cNvSpPr>
          <p:nvPr/>
        </p:nvSpPr>
        <p:spPr>
          <a:xfrm xmlns:a="http://schemas.openxmlformats.org/drawingml/2006/main">
            <a:off x="9572625" y="3409950"/>
            <a:ext cx="1952625" cy="1047750"/>
          </a:xfrm>
          <a:prstGeom xmlns:a="http://schemas.openxmlformats.org/drawingml/2006/main" prst="roundRect">
            <a:avLst>
              <a:gd name="adj" fmla="val 10909"/>
            </a:avLst>
          </a:prstGeom>
          <a:solidFill xmlns:a="http://schemas.openxmlformats.org/drawingml/2006/main">
            <a:srgbClr val="E5EBE3"/>
          </a:solidFill>
          <a:ln xmlns:a="http://schemas.openxmlformats.org/drawingml/2006/main" w="9525">
            <a:solidFill>
              <a:srgbClr val="DEDFD6"/>
            </a:solidFill>
            <a:prstDash val="solid"/>
          </a:ln>
        </p:spPr>
      </p:sp>
      <p:sp>
        <p:nvSpPr>
          <p:cNvPr id="29" name="text">
            <a:extLst xmlns:a="http://schemas.openxmlformats.org/drawingml/2006/main">
              <a:ext uri="{FF2B5EF4-FFF2-40B4-BE49-F238E27FC236}">
                <a16:creationId xmlns:a16="http://schemas.microsoft.com/office/drawing/2014/main" id="{70059EE2-2550-4612-8775-867D6E4BED6C}"/>
              </a:ext>
            </a:extLst>
          </p:cNvPr>
          <p:cNvSpPr>
            <a:spLocks xmlns:a="http://schemas.openxmlformats.org/drawingml/2006/main" noGrp="1"/>
          </p:cNvSpPr>
          <p:nvPr/>
        </p:nvSpPr>
        <p:spPr>
          <a:xfrm xmlns:a="http://schemas.openxmlformats.org/drawingml/2006/main">
            <a:off x="9744075" y="35433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Delivery</a:t>
            </a:r>
          </a:p>
        </p:txBody>
      </p:sp>
      <p:sp>
        <p:nvSpPr>
          <p:cNvPr id="30" name="text">
            <a:extLst xmlns:a="http://schemas.openxmlformats.org/drawingml/2006/main">
              <a:ext uri="{FF2B5EF4-FFF2-40B4-BE49-F238E27FC236}">
                <a16:creationId xmlns:a16="http://schemas.microsoft.com/office/drawing/2014/main" id="{9F565DA6-EA08-4F83-91DD-513E2697C4BB}"/>
              </a:ext>
            </a:extLst>
          </p:cNvPr>
          <p:cNvSpPr>
            <a:spLocks xmlns:a="http://schemas.openxmlformats.org/drawingml/2006/main" noGrp="1"/>
          </p:cNvSpPr>
          <p:nvPr/>
        </p:nvSpPr>
        <p:spPr>
          <a:xfrm xmlns:a="http://schemas.openxmlformats.org/drawingml/2006/main">
            <a:off x="9744075" y="3857625"/>
            <a:ext cx="16097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CloudFront</a:t>
            </a:r>
          </a:p>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signed URLs</a:t>
            </a:r>
          </a:p>
        </p:txBody>
      </p:sp>
      <p:sp>
        <p:nvSpPr>
          <p:cNvPr id="31" name="text">
            <a:extLst xmlns:a="http://schemas.openxmlformats.org/drawingml/2006/main">
              <a:ext uri="{FF2B5EF4-FFF2-40B4-BE49-F238E27FC236}">
                <a16:creationId xmlns:a16="http://schemas.microsoft.com/office/drawing/2014/main" id="{FF7B3C50-37B2-43E0-8800-C6B5AA621B8B}"/>
              </a:ext>
            </a:extLst>
          </p:cNvPr>
          <p:cNvSpPr>
            <a:spLocks xmlns:a="http://schemas.openxmlformats.org/drawingml/2006/main" noGrp="1"/>
          </p:cNvSpPr>
          <p:nvPr/>
        </p:nvSpPr>
        <p:spPr>
          <a:xfrm xmlns:a="http://schemas.openxmlformats.org/drawingml/2006/main">
            <a:off x="666750" y="49244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Provider adapters</a:t>
            </a:r>
          </a:p>
        </p:txBody>
      </p:sp>
      <p:sp>
        <p:nvSpPr>
          <p:cNvPr id="32" name="text">
            <a:extLst xmlns:a="http://schemas.openxmlformats.org/drawingml/2006/main">
              <a:ext uri="{FF2B5EF4-FFF2-40B4-BE49-F238E27FC236}">
                <a16:creationId xmlns:a16="http://schemas.microsoft.com/office/drawing/2014/main" id="{E3343EFF-B0DC-4EC1-994A-822A5D67540E}"/>
              </a:ext>
            </a:extLst>
          </p:cNvPr>
          <p:cNvSpPr>
            <a:spLocks xmlns:a="http://schemas.openxmlformats.org/drawingml/2006/main" noGrp="1"/>
          </p:cNvSpPr>
          <p:nvPr/>
        </p:nvSpPr>
        <p:spPr>
          <a:xfrm xmlns:a="http://schemas.openxmlformats.org/drawingml/2006/main">
            <a:off x="666750" y="5305425"/>
            <a:ext cx="1033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0">
                <a:solidFill>
                  <a:srgbClr val="1D332D"/>
                </a:solidFill>
                <a:latin typeface="Arial"/>
                <a:ea typeface="Arial"/>
                <a:cs typeface="Arial"/>
              </a:defRPr>
            </a:defPPr>
            <a:lvl1pPr algn="l">
              <a:defRPr sz="1650" b="0">
                <a:solidFill>
                  <a:srgbClr val="1D332D"/>
                </a:solidFill>
                <a:latin typeface="Arial"/>
                <a:ea typeface="Arial"/>
                <a:cs typeface="Arial"/>
              </a:defRPr>
            </a:lvl1pPr>
            <a:lvl2pPr algn="l">
              <a:defRPr sz="1650" b="0">
                <a:solidFill>
                  <a:srgbClr val="1D332D"/>
                </a:solidFill>
                <a:latin typeface="Arial"/>
                <a:ea typeface="Arial"/>
                <a:cs typeface="Arial"/>
              </a:defRPr>
            </a:lvl2pPr>
            <a:lvl3pPr algn="l">
              <a:defRPr sz="1650" b="0">
                <a:solidFill>
                  <a:srgbClr val="1D332D"/>
                </a:solidFill>
                <a:latin typeface="Arial"/>
                <a:ea typeface="Arial"/>
                <a:cs typeface="Arial"/>
              </a:defRPr>
            </a:lvl3pPr>
            <a:lvl4pPr algn="l">
              <a:defRPr sz="1650" b="0">
                <a:solidFill>
                  <a:srgbClr val="1D332D"/>
                </a:solidFill>
                <a:latin typeface="Arial"/>
                <a:ea typeface="Arial"/>
                <a:cs typeface="Arial"/>
              </a:defRPr>
            </a:lvl4pPr>
            <a:lvl5pPr algn="l">
              <a:defRPr sz="1650" b="0">
                <a:solidFill>
                  <a:srgbClr val="1D332D"/>
                </a:solidFill>
                <a:latin typeface="Arial"/>
                <a:ea typeface="Arial"/>
                <a:cs typeface="Arial"/>
              </a:defRPr>
            </a:lvl5pPr>
            <a:lvl6pPr algn="l">
              <a:defRPr sz="1650" b="0">
                <a:solidFill>
                  <a:srgbClr val="1D332D"/>
                </a:solidFill>
                <a:latin typeface="Arial"/>
                <a:ea typeface="Arial"/>
                <a:cs typeface="Arial"/>
              </a:defRPr>
            </a:lvl6pPr>
            <a:lvl7pPr algn="l">
              <a:defRPr sz="1650" b="0">
                <a:solidFill>
                  <a:srgbClr val="1D332D"/>
                </a:solidFill>
                <a:latin typeface="Arial"/>
                <a:ea typeface="Arial"/>
                <a:cs typeface="Arial"/>
              </a:defRPr>
            </a:lvl7pPr>
            <a:lvl8pPr algn="l">
              <a:defRPr sz="1650" b="0">
                <a:solidFill>
                  <a:srgbClr val="1D332D"/>
                </a:solidFill>
                <a:latin typeface="Arial"/>
                <a:ea typeface="Arial"/>
                <a:cs typeface="Arial"/>
              </a:defRPr>
            </a:lvl8pPr>
            <a:lvl9pPr algn="l">
              <a:defRPr sz="1650" b="0">
                <a:solidFill>
                  <a:srgbClr val="1D332D"/>
                </a:solidFill>
                <a:latin typeface="Arial"/>
                <a:ea typeface="Arial"/>
                <a:cs typeface="Arial"/>
              </a:defRPr>
            </a:lvl9pPr>
          </a:lstStyle>
          <a:p xmlns:a="http://schemas.openxmlformats.org/drawingml/2006/main">
            <a:pPr algn="l">
              <a:defRPr sz="1650" b="0">
                <a:solidFill>
                  <a:srgbClr val="1D332D"/>
                </a:solidFill>
                <a:latin typeface="Arial"/>
                <a:ea typeface="Arial"/>
                <a:cs typeface="Arial"/>
              </a:defRPr>
            </a:pPr>
            <a:r>
              <a:rPr sz="1650" b="0">
                <a:solidFill>
                  <a:srgbClr val="1D332D"/>
                </a:solidFill>
                <a:latin typeface="Arial"/>
                <a:ea typeface="Arial"/>
                <a:cs typeface="Arial"/>
              </a:rPr>
              <a:t>Stripe Checkout + verified webhook     ·     LiveKit room tokens + WebRTC chat</a:t>
            </a:r>
          </a:p>
        </p:txBody>
      </p:sp>
      <p:sp>
        <p:nvSpPr>
          <p:cNvPr id="33" name="text">
            <a:extLst xmlns:a="http://schemas.openxmlformats.org/drawingml/2006/main">
              <a:ext uri="{FF2B5EF4-FFF2-40B4-BE49-F238E27FC236}">
                <a16:creationId xmlns:a16="http://schemas.microsoft.com/office/drawing/2014/main" id="{C6727B91-A8FD-4B5B-9D07-61D7C2C30760}"/>
              </a:ext>
            </a:extLst>
          </p:cNvPr>
          <p:cNvSpPr>
            <a:spLocks xmlns:a="http://schemas.openxmlformats.org/drawingml/2006/main" noGrp="1"/>
          </p:cNvSpPr>
          <p:nvPr/>
        </p:nvSpPr>
        <p:spPr>
          <a:xfrm xmlns:a="http://schemas.openxmlformats.org/drawingml/2006/main">
            <a:off x="666750" y="59436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00" b="0">
                <a:solidFill>
                  <a:srgbClr val="536A61"/>
                </a:solidFill>
                <a:latin typeface="Arial"/>
                <a:ea typeface="Arial"/>
                <a:cs typeface="Arial"/>
              </a:defRPr>
            </a:defPPr>
            <a:lvl1pPr algn="l">
              <a:defRPr sz="1200" b="0">
                <a:solidFill>
                  <a:srgbClr val="536A61"/>
                </a:solidFill>
                <a:latin typeface="Arial"/>
                <a:ea typeface="Arial"/>
                <a:cs typeface="Arial"/>
              </a:defRPr>
            </a:lvl1pPr>
            <a:lvl2pPr algn="l">
              <a:defRPr sz="1200" b="0">
                <a:solidFill>
                  <a:srgbClr val="536A61"/>
                </a:solidFill>
                <a:latin typeface="Arial"/>
                <a:ea typeface="Arial"/>
                <a:cs typeface="Arial"/>
              </a:defRPr>
            </a:lvl2pPr>
            <a:lvl3pPr algn="l">
              <a:defRPr sz="1200" b="0">
                <a:solidFill>
                  <a:srgbClr val="536A61"/>
                </a:solidFill>
                <a:latin typeface="Arial"/>
                <a:ea typeface="Arial"/>
                <a:cs typeface="Arial"/>
              </a:defRPr>
            </a:lvl3pPr>
            <a:lvl4pPr algn="l">
              <a:defRPr sz="1200" b="0">
                <a:solidFill>
                  <a:srgbClr val="536A61"/>
                </a:solidFill>
                <a:latin typeface="Arial"/>
                <a:ea typeface="Arial"/>
                <a:cs typeface="Arial"/>
              </a:defRPr>
            </a:lvl4pPr>
            <a:lvl5pPr algn="l">
              <a:defRPr sz="1200" b="0">
                <a:solidFill>
                  <a:srgbClr val="536A61"/>
                </a:solidFill>
                <a:latin typeface="Arial"/>
                <a:ea typeface="Arial"/>
                <a:cs typeface="Arial"/>
              </a:defRPr>
            </a:lvl5pPr>
            <a:lvl6pPr algn="l">
              <a:defRPr sz="1200" b="0">
                <a:solidFill>
                  <a:srgbClr val="536A61"/>
                </a:solidFill>
                <a:latin typeface="Arial"/>
                <a:ea typeface="Arial"/>
                <a:cs typeface="Arial"/>
              </a:defRPr>
            </a:lvl6pPr>
            <a:lvl7pPr algn="l">
              <a:defRPr sz="1200" b="0">
                <a:solidFill>
                  <a:srgbClr val="536A61"/>
                </a:solidFill>
                <a:latin typeface="Arial"/>
                <a:ea typeface="Arial"/>
                <a:cs typeface="Arial"/>
              </a:defRPr>
            </a:lvl7pPr>
            <a:lvl8pPr algn="l">
              <a:defRPr sz="1200" b="0">
                <a:solidFill>
                  <a:srgbClr val="536A61"/>
                </a:solidFill>
                <a:latin typeface="Arial"/>
                <a:ea typeface="Arial"/>
                <a:cs typeface="Arial"/>
              </a:defRPr>
            </a:lvl8pPr>
            <a:lvl9pPr algn="l">
              <a:defRPr sz="1200" b="0">
                <a:solidFill>
                  <a:srgbClr val="536A61"/>
                </a:solidFill>
                <a:latin typeface="Arial"/>
                <a:ea typeface="Arial"/>
                <a:cs typeface="Arial"/>
              </a:defRPr>
            </a:lvl9pPr>
          </a:lstStyle>
          <a:p xmlns:a="http://schemas.openxmlformats.org/drawingml/2006/main">
            <a:pPr algn="l">
              <a:defRPr sz="1200" b="0">
                <a:solidFill>
                  <a:srgbClr val="536A61"/>
                </a:solidFill>
                <a:latin typeface="Arial"/>
                <a:ea typeface="Arial"/>
                <a:cs typeface="Arial"/>
              </a:defRPr>
            </a:pPr>
            <a:r>
              <a:rPr sz="1200" b="0">
                <a:solidFill>
                  <a:srgbClr val="536A61"/>
                </a:solidFill>
                <a:latin typeface="Arial"/>
                <a:ea typeface="Arial"/>
                <a:cs typeface="Arial"/>
              </a:rPr>
              <a:t>External services activate only when credentials and infrastructure are supplied.</a:t>
            </a:r>
          </a:p>
        </p:txBody>
      </p:sp>
    </p:spTree>
    <p:extLst>
      <p:ext uri="{BB962C8B-B14F-4D97-AF65-F5344CB8AC3E}">
        <p14:creationId xmlns:p14="http://schemas.microsoft.com/office/powerpoint/2010/main" val="774891078"/>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AEB6CE06-AF6D-45E7-A604-EC91EB2D99D3}"/>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Video upload to authorized HLS playback</a:t>
            </a:r>
          </a:p>
        </p:txBody>
      </p:sp>
      <p:sp>
        <p:nvSpPr>
          <p:cNvPr id="2" name="">
            <a:extLst xmlns:a="http://schemas.openxmlformats.org/drawingml/2006/main">
              <a:ext uri="{FF2B5EF4-FFF2-40B4-BE49-F238E27FC236}">
                <a16:creationId xmlns:a16="http://schemas.microsoft.com/office/drawing/2014/main" id="{DE304214-C86D-49BA-85B5-D6971B53AE34}"/>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5697CEA8-7F38-4C97-891E-675378F6C1C8}"/>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04:00–05:30</a:t>
            </a:r>
          </a:p>
        </p:txBody>
      </p:sp>
      <p:sp>
        <p:nvSpPr>
          <p:cNvPr id="4" name="">
            <a:extLst xmlns:a="http://schemas.openxmlformats.org/drawingml/2006/main">
              <a:ext uri="{FF2B5EF4-FFF2-40B4-BE49-F238E27FC236}">
                <a16:creationId xmlns:a16="http://schemas.microsoft.com/office/drawing/2014/main" id="{78A2CFFC-10C1-4972-998F-351F858B0D99}"/>
              </a:ext>
            </a:extLst>
          </p:cNvPr>
          <p:cNvSpPr>
            <a:spLocks xmlns:a="http://schemas.openxmlformats.org/drawingml/2006/main" noGrp="1"/>
          </p:cNvSpPr>
          <p:nvPr/>
        </p:nvSpPr>
        <p:spPr>
          <a:xfrm xmlns:a="http://schemas.openxmlformats.org/drawingml/2006/main">
            <a:off x="666750" y="1809750"/>
            <a:ext cx="1924050" cy="1809750"/>
          </a:xfrm>
          <a:prstGeom xmlns:a="http://schemas.openxmlformats.org/drawingml/2006/main" prst="roundRect">
            <a:avLst>
              <a:gd name="adj" fmla="val 6316"/>
            </a:avLst>
          </a:prstGeom>
          <a:solidFill xmlns:a="http://schemas.openxmlformats.org/drawingml/2006/main">
            <a:srgbClr val="FFFEFA"/>
          </a:solidFill>
          <a:ln xmlns:a="http://schemas.openxmlformats.org/drawingml/2006/main" w="9525">
            <a:solidFill>
              <a:srgbClr val="DEDFD6"/>
            </a:solidFill>
            <a:prstDash val="solid"/>
          </a:ln>
        </p:spPr>
      </p:sp>
      <p:sp>
        <p:nvSpPr>
          <p:cNvPr id="5" name="text">
            <a:extLst xmlns:a="http://schemas.openxmlformats.org/drawingml/2006/main">
              <a:ext uri="{FF2B5EF4-FFF2-40B4-BE49-F238E27FC236}">
                <a16:creationId xmlns:a16="http://schemas.microsoft.com/office/drawing/2014/main" id="{66E3CE3F-09C4-4AE0-81DD-B11C1FE44FC4}"/>
              </a:ext>
            </a:extLst>
          </p:cNvPr>
          <p:cNvSpPr>
            <a:spLocks xmlns:a="http://schemas.openxmlformats.org/drawingml/2006/main" noGrp="1"/>
          </p:cNvSpPr>
          <p:nvPr/>
        </p:nvSpPr>
        <p:spPr>
          <a:xfrm xmlns:a="http://schemas.openxmlformats.org/drawingml/2006/main">
            <a:off x="819150" y="19812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1">
                <a:solidFill>
                  <a:srgbClr val="C47958"/>
                </a:solidFill>
                <a:latin typeface="Arial"/>
                <a:ea typeface="Arial"/>
                <a:cs typeface="Arial"/>
              </a:defRPr>
            </a:defPPr>
            <a:lvl1pPr algn="l">
              <a:defRPr sz="1275" b="1">
                <a:solidFill>
                  <a:srgbClr val="C47958"/>
                </a:solidFill>
                <a:latin typeface="Arial"/>
                <a:ea typeface="Arial"/>
                <a:cs typeface="Arial"/>
              </a:defRPr>
            </a:lvl1pPr>
            <a:lvl2pPr algn="l">
              <a:defRPr sz="1275" b="1">
                <a:solidFill>
                  <a:srgbClr val="C47958"/>
                </a:solidFill>
                <a:latin typeface="Arial"/>
                <a:ea typeface="Arial"/>
                <a:cs typeface="Arial"/>
              </a:defRPr>
            </a:lvl2pPr>
            <a:lvl3pPr algn="l">
              <a:defRPr sz="1275" b="1">
                <a:solidFill>
                  <a:srgbClr val="C47958"/>
                </a:solidFill>
                <a:latin typeface="Arial"/>
                <a:ea typeface="Arial"/>
                <a:cs typeface="Arial"/>
              </a:defRPr>
            </a:lvl3pPr>
            <a:lvl4pPr algn="l">
              <a:defRPr sz="1275" b="1">
                <a:solidFill>
                  <a:srgbClr val="C47958"/>
                </a:solidFill>
                <a:latin typeface="Arial"/>
                <a:ea typeface="Arial"/>
                <a:cs typeface="Arial"/>
              </a:defRPr>
            </a:lvl4pPr>
            <a:lvl5pPr algn="l">
              <a:defRPr sz="1275" b="1">
                <a:solidFill>
                  <a:srgbClr val="C47958"/>
                </a:solidFill>
                <a:latin typeface="Arial"/>
                <a:ea typeface="Arial"/>
                <a:cs typeface="Arial"/>
              </a:defRPr>
            </a:lvl5pPr>
            <a:lvl6pPr algn="l">
              <a:defRPr sz="1275" b="1">
                <a:solidFill>
                  <a:srgbClr val="C47958"/>
                </a:solidFill>
                <a:latin typeface="Arial"/>
                <a:ea typeface="Arial"/>
                <a:cs typeface="Arial"/>
              </a:defRPr>
            </a:lvl6pPr>
            <a:lvl7pPr algn="l">
              <a:defRPr sz="1275" b="1">
                <a:solidFill>
                  <a:srgbClr val="C47958"/>
                </a:solidFill>
                <a:latin typeface="Arial"/>
                <a:ea typeface="Arial"/>
                <a:cs typeface="Arial"/>
              </a:defRPr>
            </a:lvl7pPr>
            <a:lvl8pPr algn="l">
              <a:defRPr sz="1275" b="1">
                <a:solidFill>
                  <a:srgbClr val="C47958"/>
                </a:solidFill>
                <a:latin typeface="Arial"/>
                <a:ea typeface="Arial"/>
                <a:cs typeface="Arial"/>
              </a:defRPr>
            </a:lvl8pPr>
            <a:lvl9pPr algn="l">
              <a:defRPr sz="1275" b="1">
                <a:solidFill>
                  <a:srgbClr val="C47958"/>
                </a:solidFill>
                <a:latin typeface="Arial"/>
                <a:ea typeface="Arial"/>
                <a:cs typeface="Arial"/>
              </a:defRPr>
            </a:lvl9pPr>
          </a:lstStyle>
          <a:p xmlns:a="http://schemas.openxmlformats.org/drawingml/2006/main">
            <a:pPr algn="l">
              <a:defRPr sz="1275" b="1">
                <a:solidFill>
                  <a:srgbClr val="C47958"/>
                </a:solidFill>
                <a:latin typeface="Arial"/>
                <a:ea typeface="Arial"/>
                <a:cs typeface="Arial"/>
              </a:defRPr>
            </a:pPr>
            <a:r>
              <a:rPr sz="1275" b="1">
                <a:solidFill>
                  <a:srgbClr val="C47958"/>
                </a:solidFill>
                <a:latin typeface="Arial"/>
                <a:ea typeface="Arial"/>
                <a:cs typeface="Arial"/>
              </a:rPr>
              <a:t>01 · UPLOAD</a:t>
            </a:r>
          </a:p>
        </p:txBody>
      </p:sp>
      <p:sp>
        <p:nvSpPr>
          <p:cNvPr id="6" name="text">
            <a:extLst xmlns:a="http://schemas.openxmlformats.org/drawingml/2006/main">
              <a:ext uri="{FF2B5EF4-FFF2-40B4-BE49-F238E27FC236}">
                <a16:creationId xmlns:a16="http://schemas.microsoft.com/office/drawing/2014/main" id="{D5C48008-3BC8-4DDD-8768-FDA00675D5E6}"/>
              </a:ext>
            </a:extLst>
          </p:cNvPr>
          <p:cNvSpPr>
            <a:spLocks xmlns:a="http://schemas.openxmlformats.org/drawingml/2006/main" noGrp="1"/>
          </p:cNvSpPr>
          <p:nvPr/>
        </p:nvSpPr>
        <p:spPr>
          <a:xfrm xmlns:a="http://schemas.openxmlformats.org/drawingml/2006/main">
            <a:off x="819150" y="2457450"/>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D332D"/>
                </a:solidFill>
                <a:latin typeface="Arial"/>
                <a:ea typeface="Arial"/>
                <a:cs typeface="Arial"/>
              </a:defRPr>
            </a:defPPr>
            <a:lvl1pPr algn="l">
              <a:defRPr sz="1575" b="0">
                <a:solidFill>
                  <a:srgbClr val="1D332D"/>
                </a:solidFill>
                <a:latin typeface="Arial"/>
                <a:ea typeface="Arial"/>
                <a:cs typeface="Arial"/>
              </a:defRPr>
            </a:lvl1pPr>
            <a:lvl2pPr algn="l">
              <a:defRPr sz="1575" b="0">
                <a:solidFill>
                  <a:srgbClr val="1D332D"/>
                </a:solidFill>
                <a:latin typeface="Arial"/>
                <a:ea typeface="Arial"/>
                <a:cs typeface="Arial"/>
              </a:defRPr>
            </a:lvl2pPr>
            <a:lvl3pPr algn="l">
              <a:defRPr sz="1575" b="0">
                <a:solidFill>
                  <a:srgbClr val="1D332D"/>
                </a:solidFill>
                <a:latin typeface="Arial"/>
                <a:ea typeface="Arial"/>
                <a:cs typeface="Arial"/>
              </a:defRPr>
            </a:lvl3pPr>
            <a:lvl4pPr algn="l">
              <a:defRPr sz="1575" b="0">
                <a:solidFill>
                  <a:srgbClr val="1D332D"/>
                </a:solidFill>
                <a:latin typeface="Arial"/>
                <a:ea typeface="Arial"/>
                <a:cs typeface="Arial"/>
              </a:defRPr>
            </a:lvl4pPr>
            <a:lvl5pPr algn="l">
              <a:defRPr sz="1575" b="0">
                <a:solidFill>
                  <a:srgbClr val="1D332D"/>
                </a:solidFill>
                <a:latin typeface="Arial"/>
                <a:ea typeface="Arial"/>
                <a:cs typeface="Arial"/>
              </a:defRPr>
            </a:lvl5pPr>
            <a:lvl6pPr algn="l">
              <a:defRPr sz="1575" b="0">
                <a:solidFill>
                  <a:srgbClr val="1D332D"/>
                </a:solidFill>
                <a:latin typeface="Arial"/>
                <a:ea typeface="Arial"/>
                <a:cs typeface="Arial"/>
              </a:defRPr>
            </a:lvl6pPr>
            <a:lvl7pPr algn="l">
              <a:defRPr sz="1575" b="0">
                <a:solidFill>
                  <a:srgbClr val="1D332D"/>
                </a:solidFill>
                <a:latin typeface="Arial"/>
                <a:ea typeface="Arial"/>
                <a:cs typeface="Arial"/>
              </a:defRPr>
            </a:lvl7pPr>
            <a:lvl8pPr algn="l">
              <a:defRPr sz="1575" b="0">
                <a:solidFill>
                  <a:srgbClr val="1D332D"/>
                </a:solidFill>
                <a:latin typeface="Arial"/>
                <a:ea typeface="Arial"/>
                <a:cs typeface="Arial"/>
              </a:defRPr>
            </a:lvl8pPr>
            <a:lvl9pPr algn="l">
              <a:defRPr sz="1575" b="0">
                <a:solidFill>
                  <a:srgbClr val="1D332D"/>
                </a:solidFill>
                <a:latin typeface="Arial"/>
                <a:ea typeface="Arial"/>
                <a:cs typeface="Arial"/>
              </a:defRPr>
            </a:lvl9pPr>
          </a:lstStyle>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Instructor ownership</a:t>
            </a:r>
          </a:p>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MIME and size checks</a:t>
            </a:r>
          </a:p>
        </p:txBody>
      </p:sp>
      <p:sp>
        <p:nvSpPr>
          <p:cNvPr id="7" name="text">
            <a:extLst xmlns:a="http://schemas.openxmlformats.org/drawingml/2006/main">
              <a:ext uri="{FF2B5EF4-FFF2-40B4-BE49-F238E27FC236}">
                <a16:creationId xmlns:a16="http://schemas.microsoft.com/office/drawing/2014/main" id="{B9997815-FC5B-4B05-A0AC-00B0F59F9AD2}"/>
              </a:ext>
            </a:extLst>
          </p:cNvPr>
          <p:cNvSpPr>
            <a:spLocks xmlns:a="http://schemas.openxmlformats.org/drawingml/2006/main" noGrp="1"/>
          </p:cNvSpPr>
          <p:nvPr/>
        </p:nvSpPr>
        <p:spPr>
          <a:xfrm xmlns:a="http://schemas.openxmlformats.org/drawingml/2006/main">
            <a:off x="2600325" y="250507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875" b="0">
                <a:solidFill>
                  <a:srgbClr val="8CA58D"/>
                </a:solidFill>
                <a:latin typeface="Arial"/>
                <a:ea typeface="Arial"/>
                <a:cs typeface="Arial"/>
              </a:defRPr>
            </a:defPPr>
            <a:lvl1pPr algn="ctr">
              <a:defRPr sz="1875" b="0">
                <a:solidFill>
                  <a:srgbClr val="8CA58D"/>
                </a:solidFill>
                <a:latin typeface="Arial"/>
                <a:ea typeface="Arial"/>
                <a:cs typeface="Arial"/>
              </a:defRPr>
            </a:lvl1pPr>
            <a:lvl2pPr algn="ctr">
              <a:defRPr sz="1875" b="0">
                <a:solidFill>
                  <a:srgbClr val="8CA58D"/>
                </a:solidFill>
                <a:latin typeface="Arial"/>
                <a:ea typeface="Arial"/>
                <a:cs typeface="Arial"/>
              </a:defRPr>
            </a:lvl2pPr>
            <a:lvl3pPr algn="ctr">
              <a:defRPr sz="1875" b="0">
                <a:solidFill>
                  <a:srgbClr val="8CA58D"/>
                </a:solidFill>
                <a:latin typeface="Arial"/>
                <a:ea typeface="Arial"/>
                <a:cs typeface="Arial"/>
              </a:defRPr>
            </a:lvl3pPr>
            <a:lvl4pPr algn="ctr">
              <a:defRPr sz="1875" b="0">
                <a:solidFill>
                  <a:srgbClr val="8CA58D"/>
                </a:solidFill>
                <a:latin typeface="Arial"/>
                <a:ea typeface="Arial"/>
                <a:cs typeface="Arial"/>
              </a:defRPr>
            </a:lvl4pPr>
            <a:lvl5pPr algn="ctr">
              <a:defRPr sz="1875" b="0">
                <a:solidFill>
                  <a:srgbClr val="8CA58D"/>
                </a:solidFill>
                <a:latin typeface="Arial"/>
                <a:ea typeface="Arial"/>
                <a:cs typeface="Arial"/>
              </a:defRPr>
            </a:lvl5pPr>
            <a:lvl6pPr algn="ctr">
              <a:defRPr sz="1875" b="0">
                <a:solidFill>
                  <a:srgbClr val="8CA58D"/>
                </a:solidFill>
                <a:latin typeface="Arial"/>
                <a:ea typeface="Arial"/>
                <a:cs typeface="Arial"/>
              </a:defRPr>
            </a:lvl6pPr>
            <a:lvl7pPr algn="ctr">
              <a:defRPr sz="1875" b="0">
                <a:solidFill>
                  <a:srgbClr val="8CA58D"/>
                </a:solidFill>
                <a:latin typeface="Arial"/>
                <a:ea typeface="Arial"/>
                <a:cs typeface="Arial"/>
              </a:defRPr>
            </a:lvl7pPr>
            <a:lvl8pPr algn="ctr">
              <a:defRPr sz="1875" b="0">
                <a:solidFill>
                  <a:srgbClr val="8CA58D"/>
                </a:solidFill>
                <a:latin typeface="Arial"/>
                <a:ea typeface="Arial"/>
                <a:cs typeface="Arial"/>
              </a:defRPr>
            </a:lvl8pPr>
            <a:lvl9pPr algn="ctr">
              <a:defRPr sz="1875" b="0">
                <a:solidFill>
                  <a:srgbClr val="8CA58D"/>
                </a:solidFill>
                <a:latin typeface="Arial"/>
                <a:ea typeface="Arial"/>
                <a:cs typeface="Arial"/>
              </a:defRPr>
            </a:lvl9pPr>
          </a:lstStyle>
          <a:p xmlns:a="http://schemas.openxmlformats.org/drawingml/2006/main">
            <a:pPr algn="ctr">
              <a:defRPr sz="1875" b="0">
                <a:solidFill>
                  <a:srgbClr val="8CA58D"/>
                </a:solidFill>
                <a:latin typeface="Arial"/>
                <a:ea typeface="Arial"/>
                <a:cs typeface="Arial"/>
              </a:defRPr>
            </a:pPr>
            <a:r>
              <a:rPr sz="1875" b="0">
                <a:solidFill>
                  <a:srgbClr val="8CA58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6CE2C408-1B87-4F30-94E1-9384C1AB454B}"/>
              </a:ext>
            </a:extLst>
          </p:cNvPr>
          <p:cNvSpPr>
            <a:spLocks xmlns:a="http://schemas.openxmlformats.org/drawingml/2006/main" noGrp="1"/>
          </p:cNvSpPr>
          <p:nvPr/>
        </p:nvSpPr>
        <p:spPr>
          <a:xfrm xmlns:a="http://schemas.openxmlformats.org/drawingml/2006/main">
            <a:off x="2847975" y="1809750"/>
            <a:ext cx="1924050" cy="1809750"/>
          </a:xfrm>
          <a:prstGeom xmlns:a="http://schemas.openxmlformats.org/drawingml/2006/main" prst="roundRect">
            <a:avLst>
              <a:gd name="adj" fmla="val 6316"/>
            </a:avLst>
          </a:prstGeom>
          <a:solidFill xmlns:a="http://schemas.openxmlformats.org/drawingml/2006/main">
            <a:srgbClr val="FFFEFA"/>
          </a:solidFill>
          <a:ln xmlns:a="http://schemas.openxmlformats.org/drawingml/2006/main" w="9525">
            <a:solidFill>
              <a:srgbClr val="DEDFD6"/>
            </a:solidFill>
            <a:prstDash val="solid"/>
          </a:ln>
        </p:spPr>
      </p:sp>
      <p:sp>
        <p:nvSpPr>
          <p:cNvPr id="9" name="text">
            <a:extLst xmlns:a="http://schemas.openxmlformats.org/drawingml/2006/main">
              <a:ext uri="{FF2B5EF4-FFF2-40B4-BE49-F238E27FC236}">
                <a16:creationId xmlns:a16="http://schemas.microsoft.com/office/drawing/2014/main" id="{CBF9EA5D-C779-41D3-BDFD-4735F2929897}"/>
              </a:ext>
            </a:extLst>
          </p:cNvPr>
          <p:cNvSpPr>
            <a:spLocks xmlns:a="http://schemas.openxmlformats.org/drawingml/2006/main" noGrp="1"/>
          </p:cNvSpPr>
          <p:nvPr/>
        </p:nvSpPr>
        <p:spPr>
          <a:xfrm xmlns:a="http://schemas.openxmlformats.org/drawingml/2006/main">
            <a:off x="3000375" y="19812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1">
                <a:solidFill>
                  <a:srgbClr val="C47958"/>
                </a:solidFill>
                <a:latin typeface="Arial"/>
                <a:ea typeface="Arial"/>
                <a:cs typeface="Arial"/>
              </a:defRPr>
            </a:defPPr>
            <a:lvl1pPr algn="l">
              <a:defRPr sz="1275" b="1">
                <a:solidFill>
                  <a:srgbClr val="C47958"/>
                </a:solidFill>
                <a:latin typeface="Arial"/>
                <a:ea typeface="Arial"/>
                <a:cs typeface="Arial"/>
              </a:defRPr>
            </a:lvl1pPr>
            <a:lvl2pPr algn="l">
              <a:defRPr sz="1275" b="1">
                <a:solidFill>
                  <a:srgbClr val="C47958"/>
                </a:solidFill>
                <a:latin typeface="Arial"/>
                <a:ea typeface="Arial"/>
                <a:cs typeface="Arial"/>
              </a:defRPr>
            </a:lvl2pPr>
            <a:lvl3pPr algn="l">
              <a:defRPr sz="1275" b="1">
                <a:solidFill>
                  <a:srgbClr val="C47958"/>
                </a:solidFill>
                <a:latin typeface="Arial"/>
                <a:ea typeface="Arial"/>
                <a:cs typeface="Arial"/>
              </a:defRPr>
            </a:lvl3pPr>
            <a:lvl4pPr algn="l">
              <a:defRPr sz="1275" b="1">
                <a:solidFill>
                  <a:srgbClr val="C47958"/>
                </a:solidFill>
                <a:latin typeface="Arial"/>
                <a:ea typeface="Arial"/>
                <a:cs typeface="Arial"/>
              </a:defRPr>
            </a:lvl4pPr>
            <a:lvl5pPr algn="l">
              <a:defRPr sz="1275" b="1">
                <a:solidFill>
                  <a:srgbClr val="C47958"/>
                </a:solidFill>
                <a:latin typeface="Arial"/>
                <a:ea typeface="Arial"/>
                <a:cs typeface="Arial"/>
              </a:defRPr>
            </a:lvl5pPr>
            <a:lvl6pPr algn="l">
              <a:defRPr sz="1275" b="1">
                <a:solidFill>
                  <a:srgbClr val="C47958"/>
                </a:solidFill>
                <a:latin typeface="Arial"/>
                <a:ea typeface="Arial"/>
                <a:cs typeface="Arial"/>
              </a:defRPr>
            </a:lvl6pPr>
            <a:lvl7pPr algn="l">
              <a:defRPr sz="1275" b="1">
                <a:solidFill>
                  <a:srgbClr val="C47958"/>
                </a:solidFill>
                <a:latin typeface="Arial"/>
                <a:ea typeface="Arial"/>
                <a:cs typeface="Arial"/>
              </a:defRPr>
            </a:lvl7pPr>
            <a:lvl8pPr algn="l">
              <a:defRPr sz="1275" b="1">
                <a:solidFill>
                  <a:srgbClr val="C47958"/>
                </a:solidFill>
                <a:latin typeface="Arial"/>
                <a:ea typeface="Arial"/>
                <a:cs typeface="Arial"/>
              </a:defRPr>
            </a:lvl8pPr>
            <a:lvl9pPr algn="l">
              <a:defRPr sz="1275" b="1">
                <a:solidFill>
                  <a:srgbClr val="C47958"/>
                </a:solidFill>
                <a:latin typeface="Arial"/>
                <a:ea typeface="Arial"/>
                <a:cs typeface="Arial"/>
              </a:defRPr>
            </a:lvl9pPr>
          </a:lstStyle>
          <a:p xmlns:a="http://schemas.openxmlformats.org/drawingml/2006/main">
            <a:pPr algn="l">
              <a:defRPr sz="1275" b="1">
                <a:solidFill>
                  <a:srgbClr val="C47958"/>
                </a:solidFill>
                <a:latin typeface="Arial"/>
                <a:ea typeface="Arial"/>
                <a:cs typeface="Arial"/>
              </a:defRPr>
            </a:pPr>
            <a:r>
              <a:rPr sz="1275" b="1">
                <a:solidFill>
                  <a:srgbClr val="C47958"/>
                </a:solidFill>
                <a:latin typeface="Arial"/>
                <a:ea typeface="Arial"/>
                <a:cs typeface="Arial"/>
              </a:rPr>
              <a:t>02 · QUEUE</a:t>
            </a:r>
          </a:p>
        </p:txBody>
      </p:sp>
      <p:sp>
        <p:nvSpPr>
          <p:cNvPr id="10" name="text">
            <a:extLst xmlns:a="http://schemas.openxmlformats.org/drawingml/2006/main">
              <a:ext uri="{FF2B5EF4-FFF2-40B4-BE49-F238E27FC236}">
                <a16:creationId xmlns:a16="http://schemas.microsoft.com/office/drawing/2014/main" id="{7FC8D917-51BB-47C8-9234-C15F6A19748E}"/>
              </a:ext>
            </a:extLst>
          </p:cNvPr>
          <p:cNvSpPr>
            <a:spLocks xmlns:a="http://schemas.openxmlformats.org/drawingml/2006/main" noGrp="1"/>
          </p:cNvSpPr>
          <p:nvPr/>
        </p:nvSpPr>
        <p:spPr>
          <a:xfrm xmlns:a="http://schemas.openxmlformats.org/drawingml/2006/main">
            <a:off x="3000375" y="2457450"/>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D332D"/>
                </a:solidFill>
                <a:latin typeface="Arial"/>
                <a:ea typeface="Arial"/>
                <a:cs typeface="Arial"/>
              </a:defRPr>
            </a:defPPr>
            <a:lvl1pPr algn="l">
              <a:defRPr sz="1575" b="0">
                <a:solidFill>
                  <a:srgbClr val="1D332D"/>
                </a:solidFill>
                <a:latin typeface="Arial"/>
                <a:ea typeface="Arial"/>
                <a:cs typeface="Arial"/>
              </a:defRPr>
            </a:lvl1pPr>
            <a:lvl2pPr algn="l">
              <a:defRPr sz="1575" b="0">
                <a:solidFill>
                  <a:srgbClr val="1D332D"/>
                </a:solidFill>
                <a:latin typeface="Arial"/>
                <a:ea typeface="Arial"/>
                <a:cs typeface="Arial"/>
              </a:defRPr>
            </a:lvl2pPr>
            <a:lvl3pPr algn="l">
              <a:defRPr sz="1575" b="0">
                <a:solidFill>
                  <a:srgbClr val="1D332D"/>
                </a:solidFill>
                <a:latin typeface="Arial"/>
                <a:ea typeface="Arial"/>
                <a:cs typeface="Arial"/>
              </a:defRPr>
            </a:lvl3pPr>
            <a:lvl4pPr algn="l">
              <a:defRPr sz="1575" b="0">
                <a:solidFill>
                  <a:srgbClr val="1D332D"/>
                </a:solidFill>
                <a:latin typeface="Arial"/>
                <a:ea typeface="Arial"/>
                <a:cs typeface="Arial"/>
              </a:defRPr>
            </a:lvl4pPr>
            <a:lvl5pPr algn="l">
              <a:defRPr sz="1575" b="0">
                <a:solidFill>
                  <a:srgbClr val="1D332D"/>
                </a:solidFill>
                <a:latin typeface="Arial"/>
                <a:ea typeface="Arial"/>
                <a:cs typeface="Arial"/>
              </a:defRPr>
            </a:lvl5pPr>
            <a:lvl6pPr algn="l">
              <a:defRPr sz="1575" b="0">
                <a:solidFill>
                  <a:srgbClr val="1D332D"/>
                </a:solidFill>
                <a:latin typeface="Arial"/>
                <a:ea typeface="Arial"/>
                <a:cs typeface="Arial"/>
              </a:defRPr>
            </a:lvl6pPr>
            <a:lvl7pPr algn="l">
              <a:defRPr sz="1575" b="0">
                <a:solidFill>
                  <a:srgbClr val="1D332D"/>
                </a:solidFill>
                <a:latin typeface="Arial"/>
                <a:ea typeface="Arial"/>
                <a:cs typeface="Arial"/>
              </a:defRPr>
            </a:lvl7pPr>
            <a:lvl8pPr algn="l">
              <a:defRPr sz="1575" b="0">
                <a:solidFill>
                  <a:srgbClr val="1D332D"/>
                </a:solidFill>
                <a:latin typeface="Arial"/>
                <a:ea typeface="Arial"/>
                <a:cs typeface="Arial"/>
              </a:defRPr>
            </a:lvl8pPr>
            <a:lvl9pPr algn="l">
              <a:defRPr sz="1575" b="0">
                <a:solidFill>
                  <a:srgbClr val="1D332D"/>
                </a:solidFill>
                <a:latin typeface="Arial"/>
                <a:ea typeface="Arial"/>
                <a:cs typeface="Arial"/>
              </a:defRPr>
            </a:lvl9pPr>
          </a:lstStyle>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Media ID job</a:t>
            </a:r>
          </a:p>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Queued / processing</a:t>
            </a:r>
          </a:p>
        </p:txBody>
      </p:sp>
      <p:sp>
        <p:nvSpPr>
          <p:cNvPr id="11" name="text">
            <a:extLst xmlns:a="http://schemas.openxmlformats.org/drawingml/2006/main">
              <a:ext uri="{FF2B5EF4-FFF2-40B4-BE49-F238E27FC236}">
                <a16:creationId xmlns:a16="http://schemas.microsoft.com/office/drawing/2014/main" id="{C10C7536-17A0-4C3A-8932-95ACA2C4A2B6}"/>
              </a:ext>
            </a:extLst>
          </p:cNvPr>
          <p:cNvSpPr>
            <a:spLocks xmlns:a="http://schemas.openxmlformats.org/drawingml/2006/main" noGrp="1"/>
          </p:cNvSpPr>
          <p:nvPr/>
        </p:nvSpPr>
        <p:spPr>
          <a:xfrm xmlns:a="http://schemas.openxmlformats.org/drawingml/2006/main">
            <a:off x="4781550" y="250507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875" b="0">
                <a:solidFill>
                  <a:srgbClr val="8CA58D"/>
                </a:solidFill>
                <a:latin typeface="Arial"/>
                <a:ea typeface="Arial"/>
                <a:cs typeface="Arial"/>
              </a:defRPr>
            </a:defPPr>
            <a:lvl1pPr algn="ctr">
              <a:defRPr sz="1875" b="0">
                <a:solidFill>
                  <a:srgbClr val="8CA58D"/>
                </a:solidFill>
                <a:latin typeface="Arial"/>
                <a:ea typeface="Arial"/>
                <a:cs typeface="Arial"/>
              </a:defRPr>
            </a:lvl1pPr>
            <a:lvl2pPr algn="ctr">
              <a:defRPr sz="1875" b="0">
                <a:solidFill>
                  <a:srgbClr val="8CA58D"/>
                </a:solidFill>
                <a:latin typeface="Arial"/>
                <a:ea typeface="Arial"/>
                <a:cs typeface="Arial"/>
              </a:defRPr>
            </a:lvl2pPr>
            <a:lvl3pPr algn="ctr">
              <a:defRPr sz="1875" b="0">
                <a:solidFill>
                  <a:srgbClr val="8CA58D"/>
                </a:solidFill>
                <a:latin typeface="Arial"/>
                <a:ea typeface="Arial"/>
                <a:cs typeface="Arial"/>
              </a:defRPr>
            </a:lvl3pPr>
            <a:lvl4pPr algn="ctr">
              <a:defRPr sz="1875" b="0">
                <a:solidFill>
                  <a:srgbClr val="8CA58D"/>
                </a:solidFill>
                <a:latin typeface="Arial"/>
                <a:ea typeface="Arial"/>
                <a:cs typeface="Arial"/>
              </a:defRPr>
            </a:lvl4pPr>
            <a:lvl5pPr algn="ctr">
              <a:defRPr sz="1875" b="0">
                <a:solidFill>
                  <a:srgbClr val="8CA58D"/>
                </a:solidFill>
                <a:latin typeface="Arial"/>
                <a:ea typeface="Arial"/>
                <a:cs typeface="Arial"/>
              </a:defRPr>
            </a:lvl5pPr>
            <a:lvl6pPr algn="ctr">
              <a:defRPr sz="1875" b="0">
                <a:solidFill>
                  <a:srgbClr val="8CA58D"/>
                </a:solidFill>
                <a:latin typeface="Arial"/>
                <a:ea typeface="Arial"/>
                <a:cs typeface="Arial"/>
              </a:defRPr>
            </a:lvl6pPr>
            <a:lvl7pPr algn="ctr">
              <a:defRPr sz="1875" b="0">
                <a:solidFill>
                  <a:srgbClr val="8CA58D"/>
                </a:solidFill>
                <a:latin typeface="Arial"/>
                <a:ea typeface="Arial"/>
                <a:cs typeface="Arial"/>
              </a:defRPr>
            </a:lvl7pPr>
            <a:lvl8pPr algn="ctr">
              <a:defRPr sz="1875" b="0">
                <a:solidFill>
                  <a:srgbClr val="8CA58D"/>
                </a:solidFill>
                <a:latin typeface="Arial"/>
                <a:ea typeface="Arial"/>
                <a:cs typeface="Arial"/>
              </a:defRPr>
            </a:lvl8pPr>
            <a:lvl9pPr algn="ctr">
              <a:defRPr sz="1875" b="0">
                <a:solidFill>
                  <a:srgbClr val="8CA58D"/>
                </a:solidFill>
                <a:latin typeface="Arial"/>
                <a:ea typeface="Arial"/>
                <a:cs typeface="Arial"/>
              </a:defRPr>
            </a:lvl9pPr>
          </a:lstStyle>
          <a:p xmlns:a="http://schemas.openxmlformats.org/drawingml/2006/main">
            <a:pPr algn="ctr">
              <a:defRPr sz="1875" b="0">
                <a:solidFill>
                  <a:srgbClr val="8CA58D"/>
                </a:solidFill>
                <a:latin typeface="Arial"/>
                <a:ea typeface="Arial"/>
                <a:cs typeface="Arial"/>
              </a:defRPr>
            </a:pPr>
            <a:r>
              <a:rPr sz="1875" b="0">
                <a:solidFill>
                  <a:srgbClr val="8CA58D"/>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59B240A0-7AE4-462E-9ED9-857061DBD8D7}"/>
              </a:ext>
            </a:extLst>
          </p:cNvPr>
          <p:cNvSpPr>
            <a:spLocks xmlns:a="http://schemas.openxmlformats.org/drawingml/2006/main" noGrp="1"/>
          </p:cNvSpPr>
          <p:nvPr/>
        </p:nvSpPr>
        <p:spPr>
          <a:xfrm xmlns:a="http://schemas.openxmlformats.org/drawingml/2006/main">
            <a:off x="5029200" y="1809750"/>
            <a:ext cx="1924050" cy="1809750"/>
          </a:xfrm>
          <a:prstGeom xmlns:a="http://schemas.openxmlformats.org/drawingml/2006/main" prst="roundRect">
            <a:avLst>
              <a:gd name="adj" fmla="val 6316"/>
            </a:avLst>
          </a:prstGeom>
          <a:solidFill xmlns:a="http://schemas.openxmlformats.org/drawingml/2006/main">
            <a:srgbClr val="315B4A"/>
          </a:solidFill>
          <a:ln xmlns:a="http://schemas.openxmlformats.org/drawingml/2006/main" w="9525">
            <a:solidFill>
              <a:srgbClr val="315B4A"/>
            </a:solidFill>
            <a:prstDash val="solid"/>
          </a:ln>
        </p:spPr>
      </p:sp>
      <p:sp>
        <p:nvSpPr>
          <p:cNvPr id="13" name="text">
            <a:extLst xmlns:a="http://schemas.openxmlformats.org/drawingml/2006/main">
              <a:ext uri="{FF2B5EF4-FFF2-40B4-BE49-F238E27FC236}">
                <a16:creationId xmlns:a16="http://schemas.microsoft.com/office/drawing/2014/main" id="{7AC7CC19-D2E5-414E-8029-87176B8F5170}"/>
              </a:ext>
            </a:extLst>
          </p:cNvPr>
          <p:cNvSpPr>
            <a:spLocks xmlns:a="http://schemas.openxmlformats.org/drawingml/2006/main" noGrp="1"/>
          </p:cNvSpPr>
          <p:nvPr/>
        </p:nvSpPr>
        <p:spPr>
          <a:xfrm xmlns:a="http://schemas.openxmlformats.org/drawingml/2006/main">
            <a:off x="5181600" y="19812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1">
                <a:solidFill>
                  <a:srgbClr val="8CA58D"/>
                </a:solidFill>
                <a:latin typeface="Arial"/>
                <a:ea typeface="Arial"/>
                <a:cs typeface="Arial"/>
              </a:defRPr>
            </a:defPPr>
            <a:lvl1pPr algn="l">
              <a:defRPr sz="1275" b="1">
                <a:solidFill>
                  <a:srgbClr val="8CA58D"/>
                </a:solidFill>
                <a:latin typeface="Arial"/>
                <a:ea typeface="Arial"/>
                <a:cs typeface="Arial"/>
              </a:defRPr>
            </a:lvl1pPr>
            <a:lvl2pPr algn="l">
              <a:defRPr sz="1275" b="1">
                <a:solidFill>
                  <a:srgbClr val="8CA58D"/>
                </a:solidFill>
                <a:latin typeface="Arial"/>
                <a:ea typeface="Arial"/>
                <a:cs typeface="Arial"/>
              </a:defRPr>
            </a:lvl2pPr>
            <a:lvl3pPr algn="l">
              <a:defRPr sz="1275" b="1">
                <a:solidFill>
                  <a:srgbClr val="8CA58D"/>
                </a:solidFill>
                <a:latin typeface="Arial"/>
                <a:ea typeface="Arial"/>
                <a:cs typeface="Arial"/>
              </a:defRPr>
            </a:lvl3pPr>
            <a:lvl4pPr algn="l">
              <a:defRPr sz="1275" b="1">
                <a:solidFill>
                  <a:srgbClr val="8CA58D"/>
                </a:solidFill>
                <a:latin typeface="Arial"/>
                <a:ea typeface="Arial"/>
                <a:cs typeface="Arial"/>
              </a:defRPr>
            </a:lvl4pPr>
            <a:lvl5pPr algn="l">
              <a:defRPr sz="1275" b="1">
                <a:solidFill>
                  <a:srgbClr val="8CA58D"/>
                </a:solidFill>
                <a:latin typeface="Arial"/>
                <a:ea typeface="Arial"/>
                <a:cs typeface="Arial"/>
              </a:defRPr>
            </a:lvl5pPr>
            <a:lvl6pPr algn="l">
              <a:defRPr sz="1275" b="1">
                <a:solidFill>
                  <a:srgbClr val="8CA58D"/>
                </a:solidFill>
                <a:latin typeface="Arial"/>
                <a:ea typeface="Arial"/>
                <a:cs typeface="Arial"/>
              </a:defRPr>
            </a:lvl6pPr>
            <a:lvl7pPr algn="l">
              <a:defRPr sz="1275" b="1">
                <a:solidFill>
                  <a:srgbClr val="8CA58D"/>
                </a:solidFill>
                <a:latin typeface="Arial"/>
                <a:ea typeface="Arial"/>
                <a:cs typeface="Arial"/>
              </a:defRPr>
            </a:lvl7pPr>
            <a:lvl8pPr algn="l">
              <a:defRPr sz="1275" b="1">
                <a:solidFill>
                  <a:srgbClr val="8CA58D"/>
                </a:solidFill>
                <a:latin typeface="Arial"/>
                <a:ea typeface="Arial"/>
                <a:cs typeface="Arial"/>
              </a:defRPr>
            </a:lvl8pPr>
            <a:lvl9pPr algn="l">
              <a:defRPr sz="1275" b="1">
                <a:solidFill>
                  <a:srgbClr val="8CA58D"/>
                </a:solidFill>
                <a:latin typeface="Arial"/>
                <a:ea typeface="Arial"/>
                <a:cs typeface="Arial"/>
              </a:defRPr>
            </a:lvl9pPr>
          </a:lstStyle>
          <a:p xmlns:a="http://schemas.openxmlformats.org/drawingml/2006/main">
            <a:pPr algn="l">
              <a:defRPr sz="1275" b="1">
                <a:solidFill>
                  <a:srgbClr val="8CA58D"/>
                </a:solidFill>
                <a:latin typeface="Arial"/>
                <a:ea typeface="Arial"/>
                <a:cs typeface="Arial"/>
              </a:defRPr>
            </a:pPr>
            <a:r>
              <a:rPr sz="1275" b="1">
                <a:solidFill>
                  <a:srgbClr val="8CA58D"/>
                </a:solidFill>
                <a:latin typeface="Arial"/>
                <a:ea typeface="Arial"/>
                <a:cs typeface="Arial"/>
              </a:rPr>
              <a:t>03 · TRANSCODE</a:t>
            </a:r>
          </a:p>
        </p:txBody>
      </p:sp>
      <p:sp>
        <p:nvSpPr>
          <p:cNvPr id="14" name="text">
            <a:extLst xmlns:a="http://schemas.openxmlformats.org/drawingml/2006/main">
              <a:ext uri="{FF2B5EF4-FFF2-40B4-BE49-F238E27FC236}">
                <a16:creationId xmlns:a16="http://schemas.microsoft.com/office/drawing/2014/main" id="{B51994D4-4276-4F0A-9413-D38CD0467C1F}"/>
              </a:ext>
            </a:extLst>
          </p:cNvPr>
          <p:cNvSpPr>
            <a:spLocks xmlns:a="http://schemas.openxmlformats.org/drawingml/2006/main" noGrp="1"/>
          </p:cNvSpPr>
          <p:nvPr/>
        </p:nvSpPr>
        <p:spPr>
          <a:xfrm xmlns:a="http://schemas.openxmlformats.org/drawingml/2006/main">
            <a:off x="5181600" y="2457450"/>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1">
                <a:solidFill>
                  <a:srgbClr val="FFFEFA"/>
                </a:solidFill>
                <a:latin typeface="Arial"/>
                <a:ea typeface="Arial"/>
                <a:cs typeface="Arial"/>
              </a:defRPr>
            </a:defPPr>
            <a:lvl1pPr algn="l">
              <a:defRPr sz="1575" b="1">
                <a:solidFill>
                  <a:srgbClr val="FFFEFA"/>
                </a:solidFill>
                <a:latin typeface="Arial"/>
                <a:ea typeface="Arial"/>
                <a:cs typeface="Arial"/>
              </a:defRPr>
            </a:lvl1pPr>
            <a:lvl2pPr algn="l">
              <a:defRPr sz="1575" b="1">
                <a:solidFill>
                  <a:srgbClr val="FFFEFA"/>
                </a:solidFill>
                <a:latin typeface="Arial"/>
                <a:ea typeface="Arial"/>
                <a:cs typeface="Arial"/>
              </a:defRPr>
            </a:lvl2pPr>
            <a:lvl3pPr algn="l">
              <a:defRPr sz="1575" b="1">
                <a:solidFill>
                  <a:srgbClr val="FFFEFA"/>
                </a:solidFill>
                <a:latin typeface="Arial"/>
                <a:ea typeface="Arial"/>
                <a:cs typeface="Arial"/>
              </a:defRPr>
            </a:lvl3pPr>
            <a:lvl4pPr algn="l">
              <a:defRPr sz="1575" b="1">
                <a:solidFill>
                  <a:srgbClr val="FFFEFA"/>
                </a:solidFill>
                <a:latin typeface="Arial"/>
                <a:ea typeface="Arial"/>
                <a:cs typeface="Arial"/>
              </a:defRPr>
            </a:lvl4pPr>
            <a:lvl5pPr algn="l">
              <a:defRPr sz="1575" b="1">
                <a:solidFill>
                  <a:srgbClr val="FFFEFA"/>
                </a:solidFill>
                <a:latin typeface="Arial"/>
                <a:ea typeface="Arial"/>
                <a:cs typeface="Arial"/>
              </a:defRPr>
            </a:lvl5pPr>
            <a:lvl6pPr algn="l">
              <a:defRPr sz="1575" b="1">
                <a:solidFill>
                  <a:srgbClr val="FFFEFA"/>
                </a:solidFill>
                <a:latin typeface="Arial"/>
                <a:ea typeface="Arial"/>
                <a:cs typeface="Arial"/>
              </a:defRPr>
            </a:lvl6pPr>
            <a:lvl7pPr algn="l">
              <a:defRPr sz="1575" b="1">
                <a:solidFill>
                  <a:srgbClr val="FFFEFA"/>
                </a:solidFill>
                <a:latin typeface="Arial"/>
                <a:ea typeface="Arial"/>
                <a:cs typeface="Arial"/>
              </a:defRPr>
            </a:lvl7pPr>
            <a:lvl8pPr algn="l">
              <a:defRPr sz="1575" b="1">
                <a:solidFill>
                  <a:srgbClr val="FFFEFA"/>
                </a:solidFill>
                <a:latin typeface="Arial"/>
                <a:ea typeface="Arial"/>
                <a:cs typeface="Arial"/>
              </a:defRPr>
            </a:lvl8pPr>
            <a:lvl9pPr algn="l">
              <a:defRPr sz="1575" b="1">
                <a:solidFill>
                  <a:srgbClr val="FFFEFA"/>
                </a:solidFill>
                <a:latin typeface="Arial"/>
                <a:ea typeface="Arial"/>
                <a:cs typeface="Arial"/>
              </a:defRPr>
            </a:lvl9pPr>
          </a:lstStyle>
          <a:p xmlns:a="http://schemas.openxmlformats.org/drawingml/2006/main">
            <a:pPr algn="l">
              <a:defRPr sz="1575" b="1">
                <a:solidFill>
                  <a:srgbClr val="FFFEFA"/>
                </a:solidFill>
                <a:latin typeface="Arial"/>
                <a:ea typeface="Arial"/>
                <a:cs typeface="Arial"/>
              </a:defRPr>
            </a:pPr>
            <a:r>
              <a:rPr sz="1575" b="1">
                <a:solidFill>
                  <a:srgbClr val="FFFEFA"/>
                </a:solidFill>
                <a:latin typeface="Arial"/>
                <a:ea typeface="Arial"/>
                <a:cs typeface="Arial"/>
              </a:rPr>
              <a:t>FFprobe metadata</a:t>
            </a:r>
          </a:p>
          <a:p xmlns:a="http://schemas.openxmlformats.org/drawingml/2006/main">
            <a:pPr algn="l">
              <a:defRPr sz="1575" b="1">
                <a:solidFill>
                  <a:srgbClr val="FFFEFA"/>
                </a:solidFill>
                <a:latin typeface="Arial"/>
                <a:ea typeface="Arial"/>
                <a:cs typeface="Arial"/>
              </a:defRPr>
            </a:pPr>
            <a:r>
              <a:rPr sz="1575" b="1">
                <a:solidFill>
                  <a:srgbClr val="FFFEFA"/>
                </a:solidFill>
                <a:latin typeface="Arial"/>
                <a:ea typeface="Arial"/>
                <a:cs typeface="Arial"/>
              </a:rPr>
              <a:t>FFmpeg HLS output</a:t>
            </a:r>
          </a:p>
        </p:txBody>
      </p:sp>
      <p:sp>
        <p:nvSpPr>
          <p:cNvPr id="15" name="text">
            <a:extLst xmlns:a="http://schemas.openxmlformats.org/drawingml/2006/main">
              <a:ext uri="{FF2B5EF4-FFF2-40B4-BE49-F238E27FC236}">
                <a16:creationId xmlns:a16="http://schemas.microsoft.com/office/drawing/2014/main" id="{2FC08874-DDD9-43AC-A217-2DE1306FB400}"/>
              </a:ext>
            </a:extLst>
          </p:cNvPr>
          <p:cNvSpPr>
            <a:spLocks xmlns:a="http://schemas.openxmlformats.org/drawingml/2006/main" noGrp="1"/>
          </p:cNvSpPr>
          <p:nvPr/>
        </p:nvSpPr>
        <p:spPr>
          <a:xfrm xmlns:a="http://schemas.openxmlformats.org/drawingml/2006/main">
            <a:off x="6962775" y="250507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875" b="0">
                <a:solidFill>
                  <a:srgbClr val="8CA58D"/>
                </a:solidFill>
                <a:latin typeface="Arial"/>
                <a:ea typeface="Arial"/>
                <a:cs typeface="Arial"/>
              </a:defRPr>
            </a:defPPr>
            <a:lvl1pPr algn="ctr">
              <a:defRPr sz="1875" b="0">
                <a:solidFill>
                  <a:srgbClr val="8CA58D"/>
                </a:solidFill>
                <a:latin typeface="Arial"/>
                <a:ea typeface="Arial"/>
                <a:cs typeface="Arial"/>
              </a:defRPr>
            </a:lvl1pPr>
            <a:lvl2pPr algn="ctr">
              <a:defRPr sz="1875" b="0">
                <a:solidFill>
                  <a:srgbClr val="8CA58D"/>
                </a:solidFill>
                <a:latin typeface="Arial"/>
                <a:ea typeface="Arial"/>
                <a:cs typeface="Arial"/>
              </a:defRPr>
            </a:lvl2pPr>
            <a:lvl3pPr algn="ctr">
              <a:defRPr sz="1875" b="0">
                <a:solidFill>
                  <a:srgbClr val="8CA58D"/>
                </a:solidFill>
                <a:latin typeface="Arial"/>
                <a:ea typeface="Arial"/>
                <a:cs typeface="Arial"/>
              </a:defRPr>
            </a:lvl3pPr>
            <a:lvl4pPr algn="ctr">
              <a:defRPr sz="1875" b="0">
                <a:solidFill>
                  <a:srgbClr val="8CA58D"/>
                </a:solidFill>
                <a:latin typeface="Arial"/>
                <a:ea typeface="Arial"/>
                <a:cs typeface="Arial"/>
              </a:defRPr>
            </a:lvl4pPr>
            <a:lvl5pPr algn="ctr">
              <a:defRPr sz="1875" b="0">
                <a:solidFill>
                  <a:srgbClr val="8CA58D"/>
                </a:solidFill>
                <a:latin typeface="Arial"/>
                <a:ea typeface="Arial"/>
                <a:cs typeface="Arial"/>
              </a:defRPr>
            </a:lvl5pPr>
            <a:lvl6pPr algn="ctr">
              <a:defRPr sz="1875" b="0">
                <a:solidFill>
                  <a:srgbClr val="8CA58D"/>
                </a:solidFill>
                <a:latin typeface="Arial"/>
                <a:ea typeface="Arial"/>
                <a:cs typeface="Arial"/>
              </a:defRPr>
            </a:lvl6pPr>
            <a:lvl7pPr algn="ctr">
              <a:defRPr sz="1875" b="0">
                <a:solidFill>
                  <a:srgbClr val="8CA58D"/>
                </a:solidFill>
                <a:latin typeface="Arial"/>
                <a:ea typeface="Arial"/>
                <a:cs typeface="Arial"/>
              </a:defRPr>
            </a:lvl7pPr>
            <a:lvl8pPr algn="ctr">
              <a:defRPr sz="1875" b="0">
                <a:solidFill>
                  <a:srgbClr val="8CA58D"/>
                </a:solidFill>
                <a:latin typeface="Arial"/>
                <a:ea typeface="Arial"/>
                <a:cs typeface="Arial"/>
              </a:defRPr>
            </a:lvl8pPr>
            <a:lvl9pPr algn="ctr">
              <a:defRPr sz="1875" b="0">
                <a:solidFill>
                  <a:srgbClr val="8CA58D"/>
                </a:solidFill>
                <a:latin typeface="Arial"/>
                <a:ea typeface="Arial"/>
                <a:cs typeface="Arial"/>
              </a:defRPr>
            </a:lvl9pPr>
          </a:lstStyle>
          <a:p xmlns:a="http://schemas.openxmlformats.org/drawingml/2006/main">
            <a:pPr algn="ctr">
              <a:defRPr sz="1875" b="0">
                <a:solidFill>
                  <a:srgbClr val="8CA58D"/>
                </a:solidFill>
                <a:latin typeface="Arial"/>
                <a:ea typeface="Arial"/>
                <a:cs typeface="Arial"/>
              </a:defRPr>
            </a:pPr>
            <a:r>
              <a:rPr sz="1875" b="0">
                <a:solidFill>
                  <a:srgbClr val="8CA58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9A36FD8F-09EC-45ED-A1E2-C1DB0982E239}"/>
              </a:ext>
            </a:extLst>
          </p:cNvPr>
          <p:cNvSpPr>
            <a:spLocks xmlns:a="http://schemas.openxmlformats.org/drawingml/2006/main" noGrp="1"/>
          </p:cNvSpPr>
          <p:nvPr/>
        </p:nvSpPr>
        <p:spPr>
          <a:xfrm xmlns:a="http://schemas.openxmlformats.org/drawingml/2006/main">
            <a:off x="7210425" y="1809750"/>
            <a:ext cx="1924050" cy="1809750"/>
          </a:xfrm>
          <a:prstGeom xmlns:a="http://schemas.openxmlformats.org/drawingml/2006/main" prst="roundRect">
            <a:avLst>
              <a:gd name="adj" fmla="val 6316"/>
            </a:avLst>
          </a:prstGeom>
          <a:solidFill xmlns:a="http://schemas.openxmlformats.org/drawingml/2006/main">
            <a:srgbClr val="FFFEFA"/>
          </a:solidFill>
          <a:ln xmlns:a="http://schemas.openxmlformats.org/drawingml/2006/main" w="9525">
            <a:solidFill>
              <a:srgbClr val="DEDFD6"/>
            </a:solidFill>
            <a:prstDash val="solid"/>
          </a:ln>
        </p:spPr>
      </p:sp>
      <p:sp>
        <p:nvSpPr>
          <p:cNvPr id="17" name="text">
            <a:extLst xmlns:a="http://schemas.openxmlformats.org/drawingml/2006/main">
              <a:ext uri="{FF2B5EF4-FFF2-40B4-BE49-F238E27FC236}">
                <a16:creationId xmlns:a16="http://schemas.microsoft.com/office/drawing/2014/main" id="{B50DB7E0-D76D-4700-8F16-81DE6E522251}"/>
              </a:ext>
            </a:extLst>
          </p:cNvPr>
          <p:cNvSpPr>
            <a:spLocks xmlns:a="http://schemas.openxmlformats.org/drawingml/2006/main" noGrp="1"/>
          </p:cNvSpPr>
          <p:nvPr/>
        </p:nvSpPr>
        <p:spPr>
          <a:xfrm xmlns:a="http://schemas.openxmlformats.org/drawingml/2006/main">
            <a:off x="7362825" y="19812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1">
                <a:solidFill>
                  <a:srgbClr val="C47958"/>
                </a:solidFill>
                <a:latin typeface="Arial"/>
                <a:ea typeface="Arial"/>
                <a:cs typeface="Arial"/>
              </a:defRPr>
            </a:defPPr>
            <a:lvl1pPr algn="l">
              <a:defRPr sz="1275" b="1">
                <a:solidFill>
                  <a:srgbClr val="C47958"/>
                </a:solidFill>
                <a:latin typeface="Arial"/>
                <a:ea typeface="Arial"/>
                <a:cs typeface="Arial"/>
              </a:defRPr>
            </a:lvl1pPr>
            <a:lvl2pPr algn="l">
              <a:defRPr sz="1275" b="1">
                <a:solidFill>
                  <a:srgbClr val="C47958"/>
                </a:solidFill>
                <a:latin typeface="Arial"/>
                <a:ea typeface="Arial"/>
                <a:cs typeface="Arial"/>
              </a:defRPr>
            </a:lvl2pPr>
            <a:lvl3pPr algn="l">
              <a:defRPr sz="1275" b="1">
                <a:solidFill>
                  <a:srgbClr val="C47958"/>
                </a:solidFill>
                <a:latin typeface="Arial"/>
                <a:ea typeface="Arial"/>
                <a:cs typeface="Arial"/>
              </a:defRPr>
            </a:lvl3pPr>
            <a:lvl4pPr algn="l">
              <a:defRPr sz="1275" b="1">
                <a:solidFill>
                  <a:srgbClr val="C47958"/>
                </a:solidFill>
                <a:latin typeface="Arial"/>
                <a:ea typeface="Arial"/>
                <a:cs typeface="Arial"/>
              </a:defRPr>
            </a:lvl4pPr>
            <a:lvl5pPr algn="l">
              <a:defRPr sz="1275" b="1">
                <a:solidFill>
                  <a:srgbClr val="C47958"/>
                </a:solidFill>
                <a:latin typeface="Arial"/>
                <a:ea typeface="Arial"/>
                <a:cs typeface="Arial"/>
              </a:defRPr>
            </a:lvl5pPr>
            <a:lvl6pPr algn="l">
              <a:defRPr sz="1275" b="1">
                <a:solidFill>
                  <a:srgbClr val="C47958"/>
                </a:solidFill>
                <a:latin typeface="Arial"/>
                <a:ea typeface="Arial"/>
                <a:cs typeface="Arial"/>
              </a:defRPr>
            </a:lvl6pPr>
            <a:lvl7pPr algn="l">
              <a:defRPr sz="1275" b="1">
                <a:solidFill>
                  <a:srgbClr val="C47958"/>
                </a:solidFill>
                <a:latin typeface="Arial"/>
                <a:ea typeface="Arial"/>
                <a:cs typeface="Arial"/>
              </a:defRPr>
            </a:lvl7pPr>
            <a:lvl8pPr algn="l">
              <a:defRPr sz="1275" b="1">
                <a:solidFill>
                  <a:srgbClr val="C47958"/>
                </a:solidFill>
                <a:latin typeface="Arial"/>
                <a:ea typeface="Arial"/>
                <a:cs typeface="Arial"/>
              </a:defRPr>
            </a:lvl8pPr>
            <a:lvl9pPr algn="l">
              <a:defRPr sz="1275" b="1">
                <a:solidFill>
                  <a:srgbClr val="C47958"/>
                </a:solidFill>
                <a:latin typeface="Arial"/>
                <a:ea typeface="Arial"/>
                <a:cs typeface="Arial"/>
              </a:defRPr>
            </a:lvl9pPr>
          </a:lstStyle>
          <a:p xmlns:a="http://schemas.openxmlformats.org/drawingml/2006/main">
            <a:pPr algn="l">
              <a:defRPr sz="1275" b="1">
                <a:solidFill>
                  <a:srgbClr val="C47958"/>
                </a:solidFill>
                <a:latin typeface="Arial"/>
                <a:ea typeface="Arial"/>
                <a:cs typeface="Arial"/>
              </a:defRPr>
            </a:pPr>
            <a:r>
              <a:rPr sz="1275" b="1">
                <a:solidFill>
                  <a:srgbClr val="C47958"/>
                </a:solidFill>
                <a:latin typeface="Arial"/>
                <a:ea typeface="Arial"/>
                <a:cs typeface="Arial"/>
              </a:rPr>
              <a:t>04 · STORE</a:t>
            </a:r>
          </a:p>
        </p:txBody>
      </p:sp>
      <p:sp>
        <p:nvSpPr>
          <p:cNvPr id="18" name="text">
            <a:extLst xmlns:a="http://schemas.openxmlformats.org/drawingml/2006/main">
              <a:ext uri="{FF2B5EF4-FFF2-40B4-BE49-F238E27FC236}">
                <a16:creationId xmlns:a16="http://schemas.microsoft.com/office/drawing/2014/main" id="{1949447E-D5E5-430A-9AC6-23A67E98BD2B}"/>
              </a:ext>
            </a:extLst>
          </p:cNvPr>
          <p:cNvSpPr>
            <a:spLocks xmlns:a="http://schemas.openxmlformats.org/drawingml/2006/main" noGrp="1"/>
          </p:cNvSpPr>
          <p:nvPr/>
        </p:nvSpPr>
        <p:spPr>
          <a:xfrm xmlns:a="http://schemas.openxmlformats.org/drawingml/2006/main">
            <a:off x="7362825" y="2457450"/>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D332D"/>
                </a:solidFill>
                <a:latin typeface="Arial"/>
                <a:ea typeface="Arial"/>
                <a:cs typeface="Arial"/>
              </a:defRPr>
            </a:defPPr>
            <a:lvl1pPr algn="l">
              <a:defRPr sz="1575" b="0">
                <a:solidFill>
                  <a:srgbClr val="1D332D"/>
                </a:solidFill>
                <a:latin typeface="Arial"/>
                <a:ea typeface="Arial"/>
                <a:cs typeface="Arial"/>
              </a:defRPr>
            </a:lvl1pPr>
            <a:lvl2pPr algn="l">
              <a:defRPr sz="1575" b="0">
                <a:solidFill>
                  <a:srgbClr val="1D332D"/>
                </a:solidFill>
                <a:latin typeface="Arial"/>
                <a:ea typeface="Arial"/>
                <a:cs typeface="Arial"/>
              </a:defRPr>
            </a:lvl2pPr>
            <a:lvl3pPr algn="l">
              <a:defRPr sz="1575" b="0">
                <a:solidFill>
                  <a:srgbClr val="1D332D"/>
                </a:solidFill>
                <a:latin typeface="Arial"/>
                <a:ea typeface="Arial"/>
                <a:cs typeface="Arial"/>
              </a:defRPr>
            </a:lvl3pPr>
            <a:lvl4pPr algn="l">
              <a:defRPr sz="1575" b="0">
                <a:solidFill>
                  <a:srgbClr val="1D332D"/>
                </a:solidFill>
                <a:latin typeface="Arial"/>
                <a:ea typeface="Arial"/>
                <a:cs typeface="Arial"/>
              </a:defRPr>
            </a:lvl4pPr>
            <a:lvl5pPr algn="l">
              <a:defRPr sz="1575" b="0">
                <a:solidFill>
                  <a:srgbClr val="1D332D"/>
                </a:solidFill>
                <a:latin typeface="Arial"/>
                <a:ea typeface="Arial"/>
                <a:cs typeface="Arial"/>
              </a:defRPr>
            </a:lvl5pPr>
            <a:lvl6pPr algn="l">
              <a:defRPr sz="1575" b="0">
                <a:solidFill>
                  <a:srgbClr val="1D332D"/>
                </a:solidFill>
                <a:latin typeface="Arial"/>
                <a:ea typeface="Arial"/>
                <a:cs typeface="Arial"/>
              </a:defRPr>
            </a:lvl6pPr>
            <a:lvl7pPr algn="l">
              <a:defRPr sz="1575" b="0">
                <a:solidFill>
                  <a:srgbClr val="1D332D"/>
                </a:solidFill>
                <a:latin typeface="Arial"/>
                <a:ea typeface="Arial"/>
                <a:cs typeface="Arial"/>
              </a:defRPr>
            </a:lvl7pPr>
            <a:lvl8pPr algn="l">
              <a:defRPr sz="1575" b="0">
                <a:solidFill>
                  <a:srgbClr val="1D332D"/>
                </a:solidFill>
                <a:latin typeface="Arial"/>
                <a:ea typeface="Arial"/>
                <a:cs typeface="Arial"/>
              </a:defRPr>
            </a:lvl8pPr>
            <a:lvl9pPr algn="l">
              <a:defRPr sz="1575" b="0">
                <a:solidFill>
                  <a:srgbClr val="1D332D"/>
                </a:solidFill>
                <a:latin typeface="Arial"/>
                <a:ea typeface="Arial"/>
                <a:cs typeface="Arial"/>
              </a:defRPr>
            </a:lvl9pPr>
          </a:lstStyle>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Master playlist</a:t>
            </a:r>
          </a:p>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Segments + metadata</a:t>
            </a:r>
          </a:p>
        </p:txBody>
      </p:sp>
      <p:sp>
        <p:nvSpPr>
          <p:cNvPr id="19" name="text">
            <a:extLst xmlns:a="http://schemas.openxmlformats.org/drawingml/2006/main">
              <a:ext uri="{FF2B5EF4-FFF2-40B4-BE49-F238E27FC236}">
                <a16:creationId xmlns:a16="http://schemas.microsoft.com/office/drawing/2014/main" id="{B5F50A7B-0AF8-433B-A0EC-39ECE6D2103C}"/>
              </a:ext>
            </a:extLst>
          </p:cNvPr>
          <p:cNvSpPr>
            <a:spLocks xmlns:a="http://schemas.openxmlformats.org/drawingml/2006/main" noGrp="1"/>
          </p:cNvSpPr>
          <p:nvPr/>
        </p:nvSpPr>
        <p:spPr>
          <a:xfrm xmlns:a="http://schemas.openxmlformats.org/drawingml/2006/main">
            <a:off x="9144000" y="250507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875" b="0">
                <a:solidFill>
                  <a:srgbClr val="8CA58D"/>
                </a:solidFill>
                <a:latin typeface="Arial"/>
                <a:ea typeface="Arial"/>
                <a:cs typeface="Arial"/>
              </a:defRPr>
            </a:defPPr>
            <a:lvl1pPr algn="ctr">
              <a:defRPr sz="1875" b="0">
                <a:solidFill>
                  <a:srgbClr val="8CA58D"/>
                </a:solidFill>
                <a:latin typeface="Arial"/>
                <a:ea typeface="Arial"/>
                <a:cs typeface="Arial"/>
              </a:defRPr>
            </a:lvl1pPr>
            <a:lvl2pPr algn="ctr">
              <a:defRPr sz="1875" b="0">
                <a:solidFill>
                  <a:srgbClr val="8CA58D"/>
                </a:solidFill>
                <a:latin typeface="Arial"/>
                <a:ea typeface="Arial"/>
                <a:cs typeface="Arial"/>
              </a:defRPr>
            </a:lvl2pPr>
            <a:lvl3pPr algn="ctr">
              <a:defRPr sz="1875" b="0">
                <a:solidFill>
                  <a:srgbClr val="8CA58D"/>
                </a:solidFill>
                <a:latin typeface="Arial"/>
                <a:ea typeface="Arial"/>
                <a:cs typeface="Arial"/>
              </a:defRPr>
            </a:lvl3pPr>
            <a:lvl4pPr algn="ctr">
              <a:defRPr sz="1875" b="0">
                <a:solidFill>
                  <a:srgbClr val="8CA58D"/>
                </a:solidFill>
                <a:latin typeface="Arial"/>
                <a:ea typeface="Arial"/>
                <a:cs typeface="Arial"/>
              </a:defRPr>
            </a:lvl4pPr>
            <a:lvl5pPr algn="ctr">
              <a:defRPr sz="1875" b="0">
                <a:solidFill>
                  <a:srgbClr val="8CA58D"/>
                </a:solidFill>
                <a:latin typeface="Arial"/>
                <a:ea typeface="Arial"/>
                <a:cs typeface="Arial"/>
              </a:defRPr>
            </a:lvl5pPr>
            <a:lvl6pPr algn="ctr">
              <a:defRPr sz="1875" b="0">
                <a:solidFill>
                  <a:srgbClr val="8CA58D"/>
                </a:solidFill>
                <a:latin typeface="Arial"/>
                <a:ea typeface="Arial"/>
                <a:cs typeface="Arial"/>
              </a:defRPr>
            </a:lvl6pPr>
            <a:lvl7pPr algn="ctr">
              <a:defRPr sz="1875" b="0">
                <a:solidFill>
                  <a:srgbClr val="8CA58D"/>
                </a:solidFill>
                <a:latin typeface="Arial"/>
                <a:ea typeface="Arial"/>
                <a:cs typeface="Arial"/>
              </a:defRPr>
            </a:lvl7pPr>
            <a:lvl8pPr algn="ctr">
              <a:defRPr sz="1875" b="0">
                <a:solidFill>
                  <a:srgbClr val="8CA58D"/>
                </a:solidFill>
                <a:latin typeface="Arial"/>
                <a:ea typeface="Arial"/>
                <a:cs typeface="Arial"/>
              </a:defRPr>
            </a:lvl8pPr>
            <a:lvl9pPr algn="ctr">
              <a:defRPr sz="1875" b="0">
                <a:solidFill>
                  <a:srgbClr val="8CA58D"/>
                </a:solidFill>
                <a:latin typeface="Arial"/>
                <a:ea typeface="Arial"/>
                <a:cs typeface="Arial"/>
              </a:defRPr>
            </a:lvl9pPr>
          </a:lstStyle>
          <a:p xmlns:a="http://schemas.openxmlformats.org/drawingml/2006/main">
            <a:pPr algn="ctr">
              <a:defRPr sz="1875" b="0">
                <a:solidFill>
                  <a:srgbClr val="8CA58D"/>
                </a:solidFill>
                <a:latin typeface="Arial"/>
                <a:ea typeface="Arial"/>
                <a:cs typeface="Arial"/>
              </a:defRPr>
            </a:pPr>
            <a:r>
              <a:rPr sz="1875" b="0">
                <a:solidFill>
                  <a:srgbClr val="8CA58D"/>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59593DBE-561E-42FF-B113-C0A2D14EE724}"/>
              </a:ext>
            </a:extLst>
          </p:cNvPr>
          <p:cNvSpPr>
            <a:spLocks xmlns:a="http://schemas.openxmlformats.org/drawingml/2006/main" noGrp="1"/>
          </p:cNvSpPr>
          <p:nvPr/>
        </p:nvSpPr>
        <p:spPr>
          <a:xfrm xmlns:a="http://schemas.openxmlformats.org/drawingml/2006/main">
            <a:off x="9391650" y="1809750"/>
            <a:ext cx="1924050" cy="1809750"/>
          </a:xfrm>
          <a:prstGeom xmlns:a="http://schemas.openxmlformats.org/drawingml/2006/main" prst="roundRect">
            <a:avLst>
              <a:gd name="adj" fmla="val 6316"/>
            </a:avLst>
          </a:prstGeom>
          <a:solidFill xmlns:a="http://schemas.openxmlformats.org/drawingml/2006/main">
            <a:srgbClr val="FFFEFA"/>
          </a:solidFill>
          <a:ln xmlns:a="http://schemas.openxmlformats.org/drawingml/2006/main" w="9525">
            <a:solidFill>
              <a:srgbClr val="DEDFD6"/>
            </a:solidFill>
            <a:prstDash val="solid"/>
          </a:ln>
        </p:spPr>
      </p:sp>
      <p:sp>
        <p:nvSpPr>
          <p:cNvPr id="21" name="text">
            <a:extLst xmlns:a="http://schemas.openxmlformats.org/drawingml/2006/main">
              <a:ext uri="{FF2B5EF4-FFF2-40B4-BE49-F238E27FC236}">
                <a16:creationId xmlns:a16="http://schemas.microsoft.com/office/drawing/2014/main" id="{434005E4-D08A-4FE1-8F75-342156282DE6}"/>
              </a:ext>
            </a:extLst>
          </p:cNvPr>
          <p:cNvSpPr>
            <a:spLocks xmlns:a="http://schemas.openxmlformats.org/drawingml/2006/main" noGrp="1"/>
          </p:cNvSpPr>
          <p:nvPr/>
        </p:nvSpPr>
        <p:spPr>
          <a:xfrm xmlns:a="http://schemas.openxmlformats.org/drawingml/2006/main">
            <a:off x="9544050" y="19812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1">
                <a:solidFill>
                  <a:srgbClr val="C47958"/>
                </a:solidFill>
                <a:latin typeface="Arial"/>
                <a:ea typeface="Arial"/>
                <a:cs typeface="Arial"/>
              </a:defRPr>
            </a:defPPr>
            <a:lvl1pPr algn="l">
              <a:defRPr sz="1275" b="1">
                <a:solidFill>
                  <a:srgbClr val="C47958"/>
                </a:solidFill>
                <a:latin typeface="Arial"/>
                <a:ea typeface="Arial"/>
                <a:cs typeface="Arial"/>
              </a:defRPr>
            </a:lvl1pPr>
            <a:lvl2pPr algn="l">
              <a:defRPr sz="1275" b="1">
                <a:solidFill>
                  <a:srgbClr val="C47958"/>
                </a:solidFill>
                <a:latin typeface="Arial"/>
                <a:ea typeface="Arial"/>
                <a:cs typeface="Arial"/>
              </a:defRPr>
            </a:lvl2pPr>
            <a:lvl3pPr algn="l">
              <a:defRPr sz="1275" b="1">
                <a:solidFill>
                  <a:srgbClr val="C47958"/>
                </a:solidFill>
                <a:latin typeface="Arial"/>
                <a:ea typeface="Arial"/>
                <a:cs typeface="Arial"/>
              </a:defRPr>
            </a:lvl3pPr>
            <a:lvl4pPr algn="l">
              <a:defRPr sz="1275" b="1">
                <a:solidFill>
                  <a:srgbClr val="C47958"/>
                </a:solidFill>
                <a:latin typeface="Arial"/>
                <a:ea typeface="Arial"/>
                <a:cs typeface="Arial"/>
              </a:defRPr>
            </a:lvl4pPr>
            <a:lvl5pPr algn="l">
              <a:defRPr sz="1275" b="1">
                <a:solidFill>
                  <a:srgbClr val="C47958"/>
                </a:solidFill>
                <a:latin typeface="Arial"/>
                <a:ea typeface="Arial"/>
                <a:cs typeface="Arial"/>
              </a:defRPr>
            </a:lvl5pPr>
            <a:lvl6pPr algn="l">
              <a:defRPr sz="1275" b="1">
                <a:solidFill>
                  <a:srgbClr val="C47958"/>
                </a:solidFill>
                <a:latin typeface="Arial"/>
                <a:ea typeface="Arial"/>
                <a:cs typeface="Arial"/>
              </a:defRPr>
            </a:lvl6pPr>
            <a:lvl7pPr algn="l">
              <a:defRPr sz="1275" b="1">
                <a:solidFill>
                  <a:srgbClr val="C47958"/>
                </a:solidFill>
                <a:latin typeface="Arial"/>
                <a:ea typeface="Arial"/>
                <a:cs typeface="Arial"/>
              </a:defRPr>
            </a:lvl7pPr>
            <a:lvl8pPr algn="l">
              <a:defRPr sz="1275" b="1">
                <a:solidFill>
                  <a:srgbClr val="C47958"/>
                </a:solidFill>
                <a:latin typeface="Arial"/>
                <a:ea typeface="Arial"/>
                <a:cs typeface="Arial"/>
              </a:defRPr>
            </a:lvl8pPr>
            <a:lvl9pPr algn="l">
              <a:defRPr sz="1275" b="1">
                <a:solidFill>
                  <a:srgbClr val="C47958"/>
                </a:solidFill>
                <a:latin typeface="Arial"/>
                <a:ea typeface="Arial"/>
                <a:cs typeface="Arial"/>
              </a:defRPr>
            </a:lvl9pPr>
          </a:lstStyle>
          <a:p xmlns:a="http://schemas.openxmlformats.org/drawingml/2006/main">
            <a:pPr algn="l">
              <a:defRPr sz="1275" b="1">
                <a:solidFill>
                  <a:srgbClr val="C47958"/>
                </a:solidFill>
                <a:latin typeface="Arial"/>
                <a:ea typeface="Arial"/>
                <a:cs typeface="Arial"/>
              </a:defRPr>
            </a:pPr>
            <a:r>
              <a:rPr sz="1275" b="1">
                <a:solidFill>
                  <a:srgbClr val="C47958"/>
                </a:solidFill>
                <a:latin typeface="Arial"/>
                <a:ea typeface="Arial"/>
                <a:cs typeface="Arial"/>
              </a:rPr>
              <a:t>05 · PLAY</a:t>
            </a:r>
          </a:p>
        </p:txBody>
      </p:sp>
      <p:sp>
        <p:nvSpPr>
          <p:cNvPr id="22" name="text">
            <a:extLst xmlns:a="http://schemas.openxmlformats.org/drawingml/2006/main">
              <a:ext uri="{FF2B5EF4-FFF2-40B4-BE49-F238E27FC236}">
                <a16:creationId xmlns:a16="http://schemas.microsoft.com/office/drawing/2014/main" id="{323FA426-A2E5-4659-983F-584F41D55320}"/>
              </a:ext>
            </a:extLst>
          </p:cNvPr>
          <p:cNvSpPr>
            <a:spLocks xmlns:a="http://schemas.openxmlformats.org/drawingml/2006/main" noGrp="1"/>
          </p:cNvSpPr>
          <p:nvPr/>
        </p:nvSpPr>
        <p:spPr>
          <a:xfrm xmlns:a="http://schemas.openxmlformats.org/drawingml/2006/main">
            <a:off x="9544050" y="2457450"/>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D332D"/>
                </a:solidFill>
                <a:latin typeface="Arial"/>
                <a:ea typeface="Arial"/>
                <a:cs typeface="Arial"/>
              </a:defRPr>
            </a:defPPr>
            <a:lvl1pPr algn="l">
              <a:defRPr sz="1575" b="0">
                <a:solidFill>
                  <a:srgbClr val="1D332D"/>
                </a:solidFill>
                <a:latin typeface="Arial"/>
                <a:ea typeface="Arial"/>
                <a:cs typeface="Arial"/>
              </a:defRPr>
            </a:lvl1pPr>
            <a:lvl2pPr algn="l">
              <a:defRPr sz="1575" b="0">
                <a:solidFill>
                  <a:srgbClr val="1D332D"/>
                </a:solidFill>
                <a:latin typeface="Arial"/>
                <a:ea typeface="Arial"/>
                <a:cs typeface="Arial"/>
              </a:defRPr>
            </a:lvl2pPr>
            <a:lvl3pPr algn="l">
              <a:defRPr sz="1575" b="0">
                <a:solidFill>
                  <a:srgbClr val="1D332D"/>
                </a:solidFill>
                <a:latin typeface="Arial"/>
                <a:ea typeface="Arial"/>
                <a:cs typeface="Arial"/>
              </a:defRPr>
            </a:lvl3pPr>
            <a:lvl4pPr algn="l">
              <a:defRPr sz="1575" b="0">
                <a:solidFill>
                  <a:srgbClr val="1D332D"/>
                </a:solidFill>
                <a:latin typeface="Arial"/>
                <a:ea typeface="Arial"/>
                <a:cs typeface="Arial"/>
              </a:defRPr>
            </a:lvl4pPr>
            <a:lvl5pPr algn="l">
              <a:defRPr sz="1575" b="0">
                <a:solidFill>
                  <a:srgbClr val="1D332D"/>
                </a:solidFill>
                <a:latin typeface="Arial"/>
                <a:ea typeface="Arial"/>
                <a:cs typeface="Arial"/>
              </a:defRPr>
            </a:lvl5pPr>
            <a:lvl6pPr algn="l">
              <a:defRPr sz="1575" b="0">
                <a:solidFill>
                  <a:srgbClr val="1D332D"/>
                </a:solidFill>
                <a:latin typeface="Arial"/>
                <a:ea typeface="Arial"/>
                <a:cs typeface="Arial"/>
              </a:defRPr>
            </a:lvl6pPr>
            <a:lvl7pPr algn="l">
              <a:defRPr sz="1575" b="0">
                <a:solidFill>
                  <a:srgbClr val="1D332D"/>
                </a:solidFill>
                <a:latin typeface="Arial"/>
                <a:ea typeface="Arial"/>
                <a:cs typeface="Arial"/>
              </a:defRPr>
            </a:lvl7pPr>
            <a:lvl8pPr algn="l">
              <a:defRPr sz="1575" b="0">
                <a:solidFill>
                  <a:srgbClr val="1D332D"/>
                </a:solidFill>
                <a:latin typeface="Arial"/>
                <a:ea typeface="Arial"/>
                <a:cs typeface="Arial"/>
              </a:defRPr>
            </a:lvl8pPr>
            <a:lvl9pPr algn="l">
              <a:defRPr sz="1575" b="0">
                <a:solidFill>
                  <a:srgbClr val="1D332D"/>
                </a:solidFill>
                <a:latin typeface="Arial"/>
                <a:ea typeface="Arial"/>
                <a:cs typeface="Arial"/>
              </a:defRPr>
            </a:lvl9pPr>
          </a:lstStyle>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Enrollment check</a:t>
            </a:r>
          </a:p>
          <a:p xmlns:a="http://schemas.openxmlformats.org/drawingml/2006/main">
            <a:pPr algn="l">
              <a:defRPr sz="1575" b="0">
                <a:solidFill>
                  <a:srgbClr val="1D332D"/>
                </a:solidFill>
                <a:latin typeface="Arial"/>
                <a:ea typeface="Arial"/>
                <a:cs typeface="Arial"/>
              </a:defRPr>
            </a:pPr>
            <a:r>
              <a:rPr sz="1575" b="0">
                <a:solidFill>
                  <a:srgbClr val="1D332D"/>
                </a:solidFill>
                <a:latin typeface="Arial"/>
                <a:ea typeface="Arial"/>
                <a:cs typeface="Arial"/>
              </a:rPr>
              <a:t>Signed CDN URL when set</a:t>
            </a:r>
          </a:p>
        </p:txBody>
      </p:sp>
      <p:sp>
        <p:nvSpPr>
          <p:cNvPr id="23" name="text">
            <a:extLst xmlns:a="http://schemas.openxmlformats.org/drawingml/2006/main">
              <a:ext uri="{FF2B5EF4-FFF2-40B4-BE49-F238E27FC236}">
                <a16:creationId xmlns:a16="http://schemas.microsoft.com/office/drawing/2014/main" id="{37896C65-7365-4EFD-8F05-DA72F98A4745}"/>
              </a:ext>
            </a:extLst>
          </p:cNvPr>
          <p:cNvSpPr>
            <a:spLocks xmlns:a="http://schemas.openxmlformats.org/drawingml/2006/main" noGrp="1"/>
          </p:cNvSpPr>
          <p:nvPr/>
        </p:nvSpPr>
        <p:spPr>
          <a:xfrm xmlns:a="http://schemas.openxmlformats.org/drawingml/2006/main">
            <a:off x="666750" y="42100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00" b="1">
                <a:solidFill>
                  <a:srgbClr val="315B4A"/>
                </a:solidFill>
                <a:latin typeface="Arial"/>
                <a:ea typeface="Arial"/>
                <a:cs typeface="Arial"/>
              </a:defRPr>
            </a:defPPr>
            <a:lvl1pPr algn="l">
              <a:defRPr sz="1800" b="1">
                <a:solidFill>
                  <a:srgbClr val="315B4A"/>
                </a:solidFill>
                <a:latin typeface="Arial"/>
                <a:ea typeface="Arial"/>
                <a:cs typeface="Arial"/>
              </a:defRPr>
            </a:lvl1pPr>
            <a:lvl2pPr algn="l">
              <a:defRPr sz="1800" b="1">
                <a:solidFill>
                  <a:srgbClr val="315B4A"/>
                </a:solidFill>
                <a:latin typeface="Arial"/>
                <a:ea typeface="Arial"/>
                <a:cs typeface="Arial"/>
              </a:defRPr>
            </a:lvl2pPr>
            <a:lvl3pPr algn="l">
              <a:defRPr sz="1800" b="1">
                <a:solidFill>
                  <a:srgbClr val="315B4A"/>
                </a:solidFill>
                <a:latin typeface="Arial"/>
                <a:ea typeface="Arial"/>
                <a:cs typeface="Arial"/>
              </a:defRPr>
            </a:lvl3pPr>
            <a:lvl4pPr algn="l">
              <a:defRPr sz="1800" b="1">
                <a:solidFill>
                  <a:srgbClr val="315B4A"/>
                </a:solidFill>
                <a:latin typeface="Arial"/>
                <a:ea typeface="Arial"/>
                <a:cs typeface="Arial"/>
              </a:defRPr>
            </a:lvl4pPr>
            <a:lvl5pPr algn="l">
              <a:defRPr sz="1800" b="1">
                <a:solidFill>
                  <a:srgbClr val="315B4A"/>
                </a:solidFill>
                <a:latin typeface="Arial"/>
                <a:ea typeface="Arial"/>
                <a:cs typeface="Arial"/>
              </a:defRPr>
            </a:lvl5pPr>
            <a:lvl6pPr algn="l">
              <a:defRPr sz="1800" b="1">
                <a:solidFill>
                  <a:srgbClr val="315B4A"/>
                </a:solidFill>
                <a:latin typeface="Arial"/>
                <a:ea typeface="Arial"/>
                <a:cs typeface="Arial"/>
              </a:defRPr>
            </a:lvl6pPr>
            <a:lvl7pPr algn="l">
              <a:defRPr sz="1800" b="1">
                <a:solidFill>
                  <a:srgbClr val="315B4A"/>
                </a:solidFill>
                <a:latin typeface="Arial"/>
                <a:ea typeface="Arial"/>
                <a:cs typeface="Arial"/>
              </a:defRPr>
            </a:lvl7pPr>
            <a:lvl8pPr algn="l">
              <a:defRPr sz="1800" b="1">
                <a:solidFill>
                  <a:srgbClr val="315B4A"/>
                </a:solidFill>
                <a:latin typeface="Arial"/>
                <a:ea typeface="Arial"/>
                <a:cs typeface="Arial"/>
              </a:defRPr>
            </a:lvl8pPr>
            <a:lvl9pPr algn="l">
              <a:defRPr sz="1800" b="1">
                <a:solidFill>
                  <a:srgbClr val="315B4A"/>
                </a:solidFill>
                <a:latin typeface="Arial"/>
                <a:ea typeface="Arial"/>
                <a:cs typeface="Arial"/>
              </a:defRPr>
            </a:lvl9pPr>
          </a:lstStyle>
          <a:p xmlns:a="http://schemas.openxmlformats.org/drawingml/2006/main">
            <a:pPr algn="l">
              <a:defRPr sz="1800" b="1">
                <a:solidFill>
                  <a:srgbClr val="315B4A"/>
                </a:solidFill>
                <a:latin typeface="Arial"/>
                <a:ea typeface="Arial"/>
                <a:cs typeface="Arial"/>
              </a:defRPr>
            </a:pPr>
            <a:r>
              <a:rPr sz="1800" b="1">
                <a:solidFill>
                  <a:srgbClr val="315B4A"/>
                </a:solidFill>
                <a:latin typeface="Arial"/>
                <a:ea typeface="Arial"/>
                <a:cs typeface="Arial"/>
              </a:rPr>
              <a:t>State is visible end to end</a:t>
            </a:r>
          </a:p>
        </p:txBody>
      </p:sp>
      <p:sp>
        <p:nvSpPr>
          <p:cNvPr id="24" name="text">
            <a:extLst xmlns:a="http://schemas.openxmlformats.org/drawingml/2006/main">
              <a:ext uri="{FF2B5EF4-FFF2-40B4-BE49-F238E27FC236}">
                <a16:creationId xmlns:a16="http://schemas.microsoft.com/office/drawing/2014/main" id="{6371F098-2716-4D68-8893-3FC8462C3ACD}"/>
              </a:ext>
            </a:extLst>
          </p:cNvPr>
          <p:cNvSpPr>
            <a:spLocks xmlns:a="http://schemas.openxmlformats.org/drawingml/2006/main" noGrp="1"/>
          </p:cNvSpPr>
          <p:nvPr/>
        </p:nvSpPr>
        <p:spPr>
          <a:xfrm xmlns:a="http://schemas.openxmlformats.org/drawingml/2006/main">
            <a:off x="666750" y="4724400"/>
            <a:ext cx="733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650" b="1">
                <a:solidFill>
                  <a:srgbClr val="1D332D"/>
                </a:solidFill>
                <a:latin typeface="Arial"/>
                <a:ea typeface="Arial"/>
                <a:cs typeface="Arial"/>
              </a:defRPr>
            </a:defPPr>
            <a:lvl1pPr algn="l">
              <a:defRPr sz="1650" b="1">
                <a:solidFill>
                  <a:srgbClr val="1D332D"/>
                </a:solidFill>
                <a:latin typeface="Arial"/>
                <a:ea typeface="Arial"/>
                <a:cs typeface="Arial"/>
              </a:defRPr>
            </a:lvl1pPr>
            <a:lvl2pPr algn="l">
              <a:defRPr sz="1650" b="1">
                <a:solidFill>
                  <a:srgbClr val="1D332D"/>
                </a:solidFill>
                <a:latin typeface="Arial"/>
                <a:ea typeface="Arial"/>
                <a:cs typeface="Arial"/>
              </a:defRPr>
            </a:lvl2pPr>
            <a:lvl3pPr algn="l">
              <a:defRPr sz="1650" b="1">
                <a:solidFill>
                  <a:srgbClr val="1D332D"/>
                </a:solidFill>
                <a:latin typeface="Arial"/>
                <a:ea typeface="Arial"/>
                <a:cs typeface="Arial"/>
              </a:defRPr>
            </a:lvl3pPr>
            <a:lvl4pPr algn="l">
              <a:defRPr sz="1650" b="1">
                <a:solidFill>
                  <a:srgbClr val="1D332D"/>
                </a:solidFill>
                <a:latin typeface="Arial"/>
                <a:ea typeface="Arial"/>
                <a:cs typeface="Arial"/>
              </a:defRPr>
            </a:lvl4pPr>
            <a:lvl5pPr algn="l">
              <a:defRPr sz="1650" b="1">
                <a:solidFill>
                  <a:srgbClr val="1D332D"/>
                </a:solidFill>
                <a:latin typeface="Arial"/>
                <a:ea typeface="Arial"/>
                <a:cs typeface="Arial"/>
              </a:defRPr>
            </a:lvl5pPr>
            <a:lvl6pPr algn="l">
              <a:defRPr sz="1650" b="1">
                <a:solidFill>
                  <a:srgbClr val="1D332D"/>
                </a:solidFill>
                <a:latin typeface="Arial"/>
                <a:ea typeface="Arial"/>
                <a:cs typeface="Arial"/>
              </a:defRPr>
            </a:lvl6pPr>
            <a:lvl7pPr algn="l">
              <a:defRPr sz="1650" b="1">
                <a:solidFill>
                  <a:srgbClr val="1D332D"/>
                </a:solidFill>
                <a:latin typeface="Arial"/>
                <a:ea typeface="Arial"/>
                <a:cs typeface="Arial"/>
              </a:defRPr>
            </a:lvl7pPr>
            <a:lvl8pPr algn="l">
              <a:defRPr sz="1650" b="1">
                <a:solidFill>
                  <a:srgbClr val="1D332D"/>
                </a:solidFill>
                <a:latin typeface="Arial"/>
                <a:ea typeface="Arial"/>
                <a:cs typeface="Arial"/>
              </a:defRPr>
            </a:lvl8pPr>
            <a:lvl9pPr algn="l">
              <a:defRPr sz="1650" b="1">
                <a:solidFill>
                  <a:srgbClr val="1D332D"/>
                </a:solidFill>
                <a:latin typeface="Arial"/>
                <a:ea typeface="Arial"/>
                <a:cs typeface="Arial"/>
              </a:defRPr>
            </a:lvl9pPr>
          </a:lstStyle>
          <a:p xmlns:a="http://schemas.openxmlformats.org/drawingml/2006/main">
            <a:pPr algn="l">
              <a:defRPr sz="1650" b="1">
                <a:solidFill>
                  <a:srgbClr val="1D332D"/>
                </a:solidFill>
                <a:latin typeface="Arial"/>
                <a:ea typeface="Arial"/>
                <a:cs typeface="Arial"/>
              </a:defRPr>
            </a:pPr>
            <a:r>
              <a:rPr sz="1650" b="1">
                <a:solidFill>
                  <a:srgbClr val="1D332D"/>
                </a:solidFill>
                <a:latin typeface="Arial"/>
                <a:ea typeface="Arial"/>
                <a:cs typeface="Arial"/>
              </a:rPr>
              <a:t>QUEUED   →   PROCESSING   →   READY / FAILED</a:t>
            </a:r>
          </a:p>
        </p:txBody>
      </p:sp>
      <p:sp>
        <p:nvSpPr>
          <p:cNvPr id="25" name="text">
            <a:extLst xmlns:a="http://schemas.openxmlformats.org/drawingml/2006/main">
              <a:ext uri="{FF2B5EF4-FFF2-40B4-BE49-F238E27FC236}">
                <a16:creationId xmlns:a16="http://schemas.microsoft.com/office/drawing/2014/main" id="{4A803C14-6E3F-4E34-ABEF-E3FAA0133DBB}"/>
              </a:ext>
            </a:extLst>
          </p:cNvPr>
          <p:cNvSpPr>
            <a:spLocks xmlns:a="http://schemas.openxmlformats.org/drawingml/2006/main" noGrp="1"/>
          </p:cNvSpPr>
          <p:nvPr/>
        </p:nvSpPr>
        <p:spPr>
          <a:xfrm xmlns:a="http://schemas.openxmlformats.org/drawingml/2006/main">
            <a:off x="666750" y="54292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0">
                <a:solidFill>
                  <a:srgbClr val="536A61"/>
                </a:solidFill>
                <a:latin typeface="Arial"/>
                <a:ea typeface="Arial"/>
                <a:cs typeface="Arial"/>
              </a:defRPr>
            </a:defPPr>
            <a:lvl1pPr algn="l">
              <a:defRPr sz="1575" b="0">
                <a:solidFill>
                  <a:srgbClr val="536A61"/>
                </a:solidFill>
                <a:latin typeface="Arial"/>
                <a:ea typeface="Arial"/>
                <a:cs typeface="Arial"/>
              </a:defRPr>
            </a:lvl1pPr>
            <a:lvl2pPr algn="l">
              <a:defRPr sz="1575" b="0">
                <a:solidFill>
                  <a:srgbClr val="536A61"/>
                </a:solidFill>
                <a:latin typeface="Arial"/>
                <a:ea typeface="Arial"/>
                <a:cs typeface="Arial"/>
              </a:defRPr>
            </a:lvl2pPr>
            <a:lvl3pPr algn="l">
              <a:defRPr sz="1575" b="0">
                <a:solidFill>
                  <a:srgbClr val="536A61"/>
                </a:solidFill>
                <a:latin typeface="Arial"/>
                <a:ea typeface="Arial"/>
                <a:cs typeface="Arial"/>
              </a:defRPr>
            </a:lvl3pPr>
            <a:lvl4pPr algn="l">
              <a:defRPr sz="1575" b="0">
                <a:solidFill>
                  <a:srgbClr val="536A61"/>
                </a:solidFill>
                <a:latin typeface="Arial"/>
                <a:ea typeface="Arial"/>
                <a:cs typeface="Arial"/>
              </a:defRPr>
            </a:lvl4pPr>
            <a:lvl5pPr algn="l">
              <a:defRPr sz="1575" b="0">
                <a:solidFill>
                  <a:srgbClr val="536A61"/>
                </a:solidFill>
                <a:latin typeface="Arial"/>
                <a:ea typeface="Arial"/>
                <a:cs typeface="Arial"/>
              </a:defRPr>
            </a:lvl5pPr>
            <a:lvl6pPr algn="l">
              <a:defRPr sz="1575" b="0">
                <a:solidFill>
                  <a:srgbClr val="536A61"/>
                </a:solidFill>
                <a:latin typeface="Arial"/>
                <a:ea typeface="Arial"/>
                <a:cs typeface="Arial"/>
              </a:defRPr>
            </a:lvl6pPr>
            <a:lvl7pPr algn="l">
              <a:defRPr sz="1575" b="0">
                <a:solidFill>
                  <a:srgbClr val="536A61"/>
                </a:solidFill>
                <a:latin typeface="Arial"/>
                <a:ea typeface="Arial"/>
                <a:cs typeface="Arial"/>
              </a:defRPr>
            </a:lvl7pPr>
            <a:lvl8pPr algn="l">
              <a:defRPr sz="1575" b="0">
                <a:solidFill>
                  <a:srgbClr val="536A61"/>
                </a:solidFill>
                <a:latin typeface="Arial"/>
                <a:ea typeface="Arial"/>
                <a:cs typeface="Arial"/>
              </a:defRPr>
            </a:lvl8pPr>
            <a:lvl9pPr algn="l">
              <a:defRPr sz="1575" b="0">
                <a:solidFill>
                  <a:srgbClr val="536A61"/>
                </a:solidFill>
                <a:latin typeface="Arial"/>
                <a:ea typeface="Arial"/>
                <a:cs typeface="Arial"/>
              </a:defRPr>
            </a:lvl9pPr>
          </a:lstStyle>
          <a:p xmlns:a="http://schemas.openxmlformats.org/drawingml/2006/main">
            <a:pPr algn="l">
              <a:defRPr sz="1575" b="0">
                <a:solidFill>
                  <a:srgbClr val="536A61"/>
                </a:solidFill>
                <a:latin typeface="Arial"/>
                <a:ea typeface="Arial"/>
                <a:cs typeface="Arial"/>
              </a:defRPr>
            </a:pPr>
            <a:r>
              <a:rPr sz="1575" b="0">
                <a:solidFill>
                  <a:srgbClr val="536A61"/>
                </a:solidFill>
                <a:latin typeface="Arial"/>
                <a:ea typeface="Arial"/>
                <a:cs typeface="Arial"/>
              </a:rPr>
              <a:t>The local demo exercises the same FFmpeg processor; CloudFront delivery is credential-gated.</a:t>
            </a:r>
          </a:p>
        </p:txBody>
      </p:sp>
    </p:spTree>
    <p:extLst>
      <p:ext uri="{BB962C8B-B14F-4D97-AF65-F5344CB8AC3E}">
        <p14:creationId xmlns:p14="http://schemas.microsoft.com/office/powerpoint/2010/main" val="1074504224"/>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BA58B8C5-DA53-42C0-A5E9-4194B8C4CB7C}"/>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Progress and completion are checked on the server</a:t>
            </a:r>
          </a:p>
        </p:txBody>
      </p:sp>
      <p:sp>
        <p:nvSpPr>
          <p:cNvPr id="2" name="">
            <a:extLst xmlns:a="http://schemas.openxmlformats.org/drawingml/2006/main">
              <a:ext uri="{FF2B5EF4-FFF2-40B4-BE49-F238E27FC236}">
                <a16:creationId xmlns:a16="http://schemas.microsoft.com/office/drawing/2014/main" id="{4A7378E8-423D-4F68-BF25-89E5047A99DC}"/>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7FFADEDB-5949-4DE0-B723-850863FAA59E}"/>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05:30–06:30</a:t>
            </a:r>
          </a:p>
        </p:txBody>
      </p:sp>
      <p:sp>
        <p:nvSpPr>
          <p:cNvPr id="4" name="text">
            <a:extLst xmlns:a="http://schemas.openxmlformats.org/drawingml/2006/main">
              <a:ext uri="{FF2B5EF4-FFF2-40B4-BE49-F238E27FC236}">
                <a16:creationId xmlns:a16="http://schemas.microsoft.com/office/drawing/2014/main" id="{803FF719-C67D-49F4-A4F3-78C17D29D321}"/>
              </a:ext>
            </a:extLst>
          </p:cNvPr>
          <p:cNvSpPr>
            <a:spLocks xmlns:a="http://schemas.openxmlformats.org/drawingml/2006/main" noGrp="1"/>
          </p:cNvSpPr>
          <p:nvPr/>
        </p:nvSpPr>
        <p:spPr>
          <a:xfrm xmlns:a="http://schemas.openxmlformats.org/drawingml/2006/main">
            <a:off x="666750" y="14382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LEARNING RECORD</a:t>
            </a:r>
          </a:p>
        </p:txBody>
      </p:sp>
      <p:sp>
        <p:nvSpPr>
          <p:cNvPr id="5" name="text">
            <a:extLst xmlns:a="http://schemas.openxmlformats.org/drawingml/2006/main">
              <a:ext uri="{FF2B5EF4-FFF2-40B4-BE49-F238E27FC236}">
                <a16:creationId xmlns:a16="http://schemas.microsoft.com/office/drawing/2014/main" id="{C5716D43-224A-45D7-ACD0-248C0474763D}"/>
              </a:ext>
            </a:extLst>
          </p:cNvPr>
          <p:cNvSpPr>
            <a:spLocks xmlns:a="http://schemas.openxmlformats.org/drawingml/2006/main" noGrp="1"/>
          </p:cNvSpPr>
          <p:nvPr/>
        </p:nvSpPr>
        <p:spPr>
          <a:xfrm xmlns:a="http://schemas.openxmlformats.org/drawingml/2006/main">
            <a:off x="666750" y="197167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00" b="1">
                <a:solidFill>
                  <a:srgbClr val="1D332D"/>
                </a:solidFill>
                <a:latin typeface="Arial"/>
                <a:ea typeface="Arial"/>
                <a:cs typeface="Arial"/>
              </a:defRPr>
            </a:defPPr>
            <a:lvl1pPr algn="l">
              <a:defRPr sz="1800" b="1">
                <a:solidFill>
                  <a:srgbClr val="1D332D"/>
                </a:solidFill>
                <a:latin typeface="Arial"/>
                <a:ea typeface="Arial"/>
                <a:cs typeface="Arial"/>
              </a:defRPr>
            </a:lvl1pPr>
            <a:lvl2pPr algn="l">
              <a:defRPr sz="1800" b="1">
                <a:solidFill>
                  <a:srgbClr val="1D332D"/>
                </a:solidFill>
                <a:latin typeface="Arial"/>
                <a:ea typeface="Arial"/>
                <a:cs typeface="Arial"/>
              </a:defRPr>
            </a:lvl2pPr>
            <a:lvl3pPr algn="l">
              <a:defRPr sz="1800" b="1">
                <a:solidFill>
                  <a:srgbClr val="1D332D"/>
                </a:solidFill>
                <a:latin typeface="Arial"/>
                <a:ea typeface="Arial"/>
                <a:cs typeface="Arial"/>
              </a:defRPr>
            </a:lvl3pPr>
            <a:lvl4pPr algn="l">
              <a:defRPr sz="1800" b="1">
                <a:solidFill>
                  <a:srgbClr val="1D332D"/>
                </a:solidFill>
                <a:latin typeface="Arial"/>
                <a:ea typeface="Arial"/>
                <a:cs typeface="Arial"/>
              </a:defRPr>
            </a:lvl4pPr>
            <a:lvl5pPr algn="l">
              <a:defRPr sz="1800" b="1">
                <a:solidFill>
                  <a:srgbClr val="1D332D"/>
                </a:solidFill>
                <a:latin typeface="Arial"/>
                <a:ea typeface="Arial"/>
                <a:cs typeface="Arial"/>
              </a:defRPr>
            </a:lvl5pPr>
            <a:lvl6pPr algn="l">
              <a:defRPr sz="1800" b="1">
                <a:solidFill>
                  <a:srgbClr val="1D332D"/>
                </a:solidFill>
                <a:latin typeface="Arial"/>
                <a:ea typeface="Arial"/>
                <a:cs typeface="Arial"/>
              </a:defRPr>
            </a:lvl6pPr>
            <a:lvl7pPr algn="l">
              <a:defRPr sz="1800" b="1">
                <a:solidFill>
                  <a:srgbClr val="1D332D"/>
                </a:solidFill>
                <a:latin typeface="Arial"/>
                <a:ea typeface="Arial"/>
                <a:cs typeface="Arial"/>
              </a:defRPr>
            </a:lvl7pPr>
            <a:lvl8pPr algn="l">
              <a:defRPr sz="1800" b="1">
                <a:solidFill>
                  <a:srgbClr val="1D332D"/>
                </a:solidFill>
                <a:latin typeface="Arial"/>
                <a:ea typeface="Arial"/>
                <a:cs typeface="Arial"/>
              </a:defRPr>
            </a:lvl8pPr>
            <a:lvl9pPr algn="l">
              <a:defRPr sz="1800" b="1">
                <a:solidFill>
                  <a:srgbClr val="1D332D"/>
                </a:solidFill>
                <a:latin typeface="Arial"/>
                <a:ea typeface="Arial"/>
                <a:cs typeface="Arial"/>
              </a:defRPr>
            </a:lvl9pPr>
          </a:lstStyle>
          <a:p xmlns:a="http://schemas.openxmlformats.org/drawingml/2006/main">
            <a:pPr algn="l">
              <a:defRPr sz="1800" b="1">
                <a:solidFill>
                  <a:srgbClr val="1D332D"/>
                </a:solidFill>
                <a:latin typeface="Arial"/>
                <a:ea typeface="Arial"/>
                <a:cs typeface="Arial"/>
              </a:defRPr>
            </a:pPr>
            <a:r>
              <a:rPr sz="1800" b="1">
                <a:solidFill>
                  <a:srgbClr val="1D332D"/>
                </a:solidFill>
                <a:latin typeface="Arial"/>
                <a:ea typeface="Arial"/>
                <a:cs typeface="Arial"/>
              </a:rPr>
              <a:t>Playback heartbeat</a:t>
            </a:r>
          </a:p>
        </p:txBody>
      </p:sp>
      <p:sp>
        <p:nvSpPr>
          <p:cNvPr id="6" name="text">
            <a:extLst xmlns:a="http://schemas.openxmlformats.org/drawingml/2006/main">
              <a:ext uri="{FF2B5EF4-FFF2-40B4-BE49-F238E27FC236}">
                <a16:creationId xmlns:a16="http://schemas.microsoft.com/office/drawing/2014/main" id="{B5DB00B2-33CF-4E3E-95DC-8F7BD898A473}"/>
              </a:ext>
            </a:extLst>
          </p:cNvPr>
          <p:cNvSpPr>
            <a:spLocks xmlns:a="http://schemas.openxmlformats.org/drawingml/2006/main" noGrp="1"/>
          </p:cNvSpPr>
          <p:nvPr/>
        </p:nvSpPr>
        <p:spPr>
          <a:xfrm xmlns:a="http://schemas.openxmlformats.org/drawingml/2006/main">
            <a:off x="666750" y="2352675"/>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36A61"/>
                </a:solidFill>
                <a:latin typeface="Arial"/>
                <a:ea typeface="Arial"/>
                <a:cs typeface="Arial"/>
              </a:defRPr>
            </a:defPPr>
            <a:lvl1pPr algn="l">
              <a:defRPr sz="1500" b="0">
                <a:solidFill>
                  <a:srgbClr val="536A61"/>
                </a:solidFill>
                <a:latin typeface="Arial"/>
                <a:ea typeface="Arial"/>
                <a:cs typeface="Arial"/>
              </a:defRPr>
            </a:lvl1pPr>
            <a:lvl2pPr algn="l">
              <a:defRPr sz="1500" b="0">
                <a:solidFill>
                  <a:srgbClr val="536A61"/>
                </a:solidFill>
                <a:latin typeface="Arial"/>
                <a:ea typeface="Arial"/>
                <a:cs typeface="Arial"/>
              </a:defRPr>
            </a:lvl2pPr>
            <a:lvl3pPr algn="l">
              <a:defRPr sz="1500" b="0">
                <a:solidFill>
                  <a:srgbClr val="536A61"/>
                </a:solidFill>
                <a:latin typeface="Arial"/>
                <a:ea typeface="Arial"/>
                <a:cs typeface="Arial"/>
              </a:defRPr>
            </a:lvl3pPr>
            <a:lvl4pPr algn="l">
              <a:defRPr sz="1500" b="0">
                <a:solidFill>
                  <a:srgbClr val="536A61"/>
                </a:solidFill>
                <a:latin typeface="Arial"/>
                <a:ea typeface="Arial"/>
                <a:cs typeface="Arial"/>
              </a:defRPr>
            </a:lvl4pPr>
            <a:lvl5pPr algn="l">
              <a:defRPr sz="1500" b="0">
                <a:solidFill>
                  <a:srgbClr val="536A61"/>
                </a:solidFill>
                <a:latin typeface="Arial"/>
                <a:ea typeface="Arial"/>
                <a:cs typeface="Arial"/>
              </a:defRPr>
            </a:lvl5pPr>
            <a:lvl6pPr algn="l">
              <a:defRPr sz="1500" b="0">
                <a:solidFill>
                  <a:srgbClr val="536A61"/>
                </a:solidFill>
                <a:latin typeface="Arial"/>
                <a:ea typeface="Arial"/>
                <a:cs typeface="Arial"/>
              </a:defRPr>
            </a:lvl6pPr>
            <a:lvl7pPr algn="l">
              <a:defRPr sz="1500" b="0">
                <a:solidFill>
                  <a:srgbClr val="536A61"/>
                </a:solidFill>
                <a:latin typeface="Arial"/>
                <a:ea typeface="Arial"/>
                <a:cs typeface="Arial"/>
              </a:defRPr>
            </a:lvl7pPr>
            <a:lvl8pPr algn="l">
              <a:defRPr sz="1500" b="0">
                <a:solidFill>
                  <a:srgbClr val="536A61"/>
                </a:solidFill>
                <a:latin typeface="Arial"/>
                <a:ea typeface="Arial"/>
                <a:cs typeface="Arial"/>
              </a:defRPr>
            </a:lvl8pPr>
            <a:lvl9pPr algn="l">
              <a:defRPr sz="1500" b="0">
                <a:solidFill>
                  <a:srgbClr val="536A61"/>
                </a:solidFill>
                <a:latin typeface="Arial"/>
                <a:ea typeface="Arial"/>
                <a:cs typeface="Arial"/>
              </a:defRPr>
            </a:lvl9pPr>
          </a:lstStyle>
          <a:p xmlns:a="http://schemas.openxmlformats.org/drawingml/2006/main">
            <a:pPr algn="l">
              <a:defRPr sz="1500" b="0">
                <a:solidFill>
                  <a:srgbClr val="536A61"/>
                </a:solidFill>
                <a:latin typeface="Arial"/>
                <a:ea typeface="Arial"/>
                <a:cs typeface="Arial"/>
              </a:defRPr>
            </a:pPr>
            <a:r>
              <a:rPr sz="1500" b="0">
                <a:solidFill>
                  <a:srgbClr val="536A61"/>
                </a:solidFill>
                <a:latin typeface="Arial"/>
                <a:ea typeface="Arial"/>
                <a:cs typeface="Arial"/>
              </a:rPr>
              <a:t>Stores position and watched time for the enrolled student.</a:t>
            </a:r>
          </a:p>
        </p:txBody>
      </p:sp>
      <p:sp>
        <p:nvSpPr>
          <p:cNvPr id="7" name="text">
            <a:extLst xmlns:a="http://schemas.openxmlformats.org/drawingml/2006/main">
              <a:ext uri="{FF2B5EF4-FFF2-40B4-BE49-F238E27FC236}">
                <a16:creationId xmlns:a16="http://schemas.microsoft.com/office/drawing/2014/main" id="{0B2551B2-839D-4417-BB51-E5EFB7F6072C}"/>
              </a:ext>
            </a:extLst>
          </p:cNvPr>
          <p:cNvSpPr>
            <a:spLocks xmlns:a="http://schemas.openxmlformats.org/drawingml/2006/main" noGrp="1"/>
          </p:cNvSpPr>
          <p:nvPr/>
        </p:nvSpPr>
        <p:spPr>
          <a:xfrm xmlns:a="http://schemas.openxmlformats.org/drawingml/2006/main">
            <a:off x="666750" y="31718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00" b="1">
                <a:solidFill>
                  <a:srgbClr val="1D332D"/>
                </a:solidFill>
                <a:latin typeface="Arial"/>
                <a:ea typeface="Arial"/>
                <a:cs typeface="Arial"/>
              </a:defRPr>
            </a:defPPr>
            <a:lvl1pPr algn="l">
              <a:defRPr sz="1800" b="1">
                <a:solidFill>
                  <a:srgbClr val="1D332D"/>
                </a:solidFill>
                <a:latin typeface="Arial"/>
                <a:ea typeface="Arial"/>
                <a:cs typeface="Arial"/>
              </a:defRPr>
            </a:lvl1pPr>
            <a:lvl2pPr algn="l">
              <a:defRPr sz="1800" b="1">
                <a:solidFill>
                  <a:srgbClr val="1D332D"/>
                </a:solidFill>
                <a:latin typeface="Arial"/>
                <a:ea typeface="Arial"/>
                <a:cs typeface="Arial"/>
              </a:defRPr>
            </a:lvl2pPr>
            <a:lvl3pPr algn="l">
              <a:defRPr sz="1800" b="1">
                <a:solidFill>
                  <a:srgbClr val="1D332D"/>
                </a:solidFill>
                <a:latin typeface="Arial"/>
                <a:ea typeface="Arial"/>
                <a:cs typeface="Arial"/>
              </a:defRPr>
            </a:lvl3pPr>
            <a:lvl4pPr algn="l">
              <a:defRPr sz="1800" b="1">
                <a:solidFill>
                  <a:srgbClr val="1D332D"/>
                </a:solidFill>
                <a:latin typeface="Arial"/>
                <a:ea typeface="Arial"/>
                <a:cs typeface="Arial"/>
              </a:defRPr>
            </a:lvl4pPr>
            <a:lvl5pPr algn="l">
              <a:defRPr sz="1800" b="1">
                <a:solidFill>
                  <a:srgbClr val="1D332D"/>
                </a:solidFill>
                <a:latin typeface="Arial"/>
                <a:ea typeface="Arial"/>
                <a:cs typeface="Arial"/>
              </a:defRPr>
            </a:lvl5pPr>
            <a:lvl6pPr algn="l">
              <a:defRPr sz="1800" b="1">
                <a:solidFill>
                  <a:srgbClr val="1D332D"/>
                </a:solidFill>
                <a:latin typeface="Arial"/>
                <a:ea typeface="Arial"/>
                <a:cs typeface="Arial"/>
              </a:defRPr>
            </a:lvl6pPr>
            <a:lvl7pPr algn="l">
              <a:defRPr sz="1800" b="1">
                <a:solidFill>
                  <a:srgbClr val="1D332D"/>
                </a:solidFill>
                <a:latin typeface="Arial"/>
                <a:ea typeface="Arial"/>
                <a:cs typeface="Arial"/>
              </a:defRPr>
            </a:lvl7pPr>
            <a:lvl8pPr algn="l">
              <a:defRPr sz="1800" b="1">
                <a:solidFill>
                  <a:srgbClr val="1D332D"/>
                </a:solidFill>
                <a:latin typeface="Arial"/>
                <a:ea typeface="Arial"/>
                <a:cs typeface="Arial"/>
              </a:defRPr>
            </a:lvl8pPr>
            <a:lvl9pPr algn="l">
              <a:defRPr sz="1800" b="1">
                <a:solidFill>
                  <a:srgbClr val="1D332D"/>
                </a:solidFill>
                <a:latin typeface="Arial"/>
                <a:ea typeface="Arial"/>
                <a:cs typeface="Arial"/>
              </a:defRPr>
            </a:lvl9pPr>
          </a:lstStyle>
          <a:p xmlns:a="http://schemas.openxmlformats.org/drawingml/2006/main">
            <a:pPr algn="l">
              <a:defRPr sz="1800" b="1">
                <a:solidFill>
                  <a:srgbClr val="1D332D"/>
                </a:solidFill>
                <a:latin typeface="Arial"/>
                <a:ea typeface="Arial"/>
                <a:cs typeface="Arial"/>
              </a:defRPr>
            </a:pPr>
            <a:r>
              <a:rPr sz="1800" b="1">
                <a:solidFill>
                  <a:srgbClr val="1D332D"/>
                </a:solidFill>
                <a:latin typeface="Arial"/>
                <a:ea typeface="Arial"/>
                <a:cs typeface="Arial"/>
              </a:rPr>
              <a:t>Quiz attempt</a:t>
            </a:r>
          </a:p>
        </p:txBody>
      </p:sp>
      <p:sp>
        <p:nvSpPr>
          <p:cNvPr id="8" name="text">
            <a:extLst xmlns:a="http://schemas.openxmlformats.org/drawingml/2006/main">
              <a:ext uri="{FF2B5EF4-FFF2-40B4-BE49-F238E27FC236}">
                <a16:creationId xmlns:a16="http://schemas.microsoft.com/office/drawing/2014/main" id="{F761002B-0F15-4878-9C85-E9670A13ECDE}"/>
              </a:ext>
            </a:extLst>
          </p:cNvPr>
          <p:cNvSpPr>
            <a:spLocks xmlns:a="http://schemas.openxmlformats.org/drawingml/2006/main" noGrp="1"/>
          </p:cNvSpPr>
          <p:nvPr/>
        </p:nvSpPr>
        <p:spPr>
          <a:xfrm xmlns:a="http://schemas.openxmlformats.org/drawingml/2006/main">
            <a:off x="666750" y="355282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36A61"/>
                </a:solidFill>
                <a:latin typeface="Arial"/>
                <a:ea typeface="Arial"/>
                <a:cs typeface="Arial"/>
              </a:defRPr>
            </a:defPPr>
            <a:lvl1pPr algn="l">
              <a:defRPr sz="1500" b="0">
                <a:solidFill>
                  <a:srgbClr val="536A61"/>
                </a:solidFill>
                <a:latin typeface="Arial"/>
                <a:ea typeface="Arial"/>
                <a:cs typeface="Arial"/>
              </a:defRPr>
            </a:lvl1pPr>
            <a:lvl2pPr algn="l">
              <a:defRPr sz="1500" b="0">
                <a:solidFill>
                  <a:srgbClr val="536A61"/>
                </a:solidFill>
                <a:latin typeface="Arial"/>
                <a:ea typeface="Arial"/>
                <a:cs typeface="Arial"/>
              </a:defRPr>
            </a:lvl2pPr>
            <a:lvl3pPr algn="l">
              <a:defRPr sz="1500" b="0">
                <a:solidFill>
                  <a:srgbClr val="536A61"/>
                </a:solidFill>
                <a:latin typeface="Arial"/>
                <a:ea typeface="Arial"/>
                <a:cs typeface="Arial"/>
              </a:defRPr>
            </a:lvl3pPr>
            <a:lvl4pPr algn="l">
              <a:defRPr sz="1500" b="0">
                <a:solidFill>
                  <a:srgbClr val="536A61"/>
                </a:solidFill>
                <a:latin typeface="Arial"/>
                <a:ea typeface="Arial"/>
                <a:cs typeface="Arial"/>
              </a:defRPr>
            </a:lvl4pPr>
            <a:lvl5pPr algn="l">
              <a:defRPr sz="1500" b="0">
                <a:solidFill>
                  <a:srgbClr val="536A61"/>
                </a:solidFill>
                <a:latin typeface="Arial"/>
                <a:ea typeface="Arial"/>
                <a:cs typeface="Arial"/>
              </a:defRPr>
            </a:lvl5pPr>
            <a:lvl6pPr algn="l">
              <a:defRPr sz="1500" b="0">
                <a:solidFill>
                  <a:srgbClr val="536A61"/>
                </a:solidFill>
                <a:latin typeface="Arial"/>
                <a:ea typeface="Arial"/>
                <a:cs typeface="Arial"/>
              </a:defRPr>
            </a:lvl6pPr>
            <a:lvl7pPr algn="l">
              <a:defRPr sz="1500" b="0">
                <a:solidFill>
                  <a:srgbClr val="536A61"/>
                </a:solidFill>
                <a:latin typeface="Arial"/>
                <a:ea typeface="Arial"/>
                <a:cs typeface="Arial"/>
              </a:defRPr>
            </a:lvl7pPr>
            <a:lvl8pPr algn="l">
              <a:defRPr sz="1500" b="0">
                <a:solidFill>
                  <a:srgbClr val="536A61"/>
                </a:solidFill>
                <a:latin typeface="Arial"/>
                <a:ea typeface="Arial"/>
                <a:cs typeface="Arial"/>
              </a:defRPr>
            </a:lvl8pPr>
            <a:lvl9pPr algn="l">
              <a:defRPr sz="1500" b="0">
                <a:solidFill>
                  <a:srgbClr val="536A61"/>
                </a:solidFill>
                <a:latin typeface="Arial"/>
                <a:ea typeface="Arial"/>
                <a:cs typeface="Arial"/>
              </a:defRPr>
            </a:lvl9pPr>
          </a:lstStyle>
          <a:p xmlns:a="http://schemas.openxmlformats.org/drawingml/2006/main">
            <a:pPr algn="l">
              <a:defRPr sz="1500" b="0">
                <a:solidFill>
                  <a:srgbClr val="536A61"/>
                </a:solidFill>
                <a:latin typeface="Arial"/>
                <a:ea typeface="Arial"/>
                <a:cs typeface="Arial"/>
              </a:defRPr>
            </a:pPr>
            <a:r>
              <a:rPr sz="1500" b="0">
                <a:solidFill>
                  <a:srgbClr val="536A61"/>
                </a:solidFill>
                <a:latin typeface="Arial"/>
                <a:ea typeface="Arial"/>
                <a:cs typeface="Arial"/>
              </a:rPr>
              <a:t>Correct answers stay on the server; attempts are graded there.</a:t>
            </a:r>
          </a:p>
        </p:txBody>
      </p:sp>
      <p:sp>
        <p:nvSpPr>
          <p:cNvPr id="9" name="text">
            <a:extLst xmlns:a="http://schemas.openxmlformats.org/drawingml/2006/main">
              <a:ext uri="{FF2B5EF4-FFF2-40B4-BE49-F238E27FC236}">
                <a16:creationId xmlns:a16="http://schemas.microsoft.com/office/drawing/2014/main" id="{DAD9E6A0-0A0B-447B-AEAD-F8E8F93B3F2B}"/>
              </a:ext>
            </a:extLst>
          </p:cNvPr>
          <p:cNvSpPr>
            <a:spLocks xmlns:a="http://schemas.openxmlformats.org/drawingml/2006/main" noGrp="1"/>
          </p:cNvSpPr>
          <p:nvPr/>
        </p:nvSpPr>
        <p:spPr>
          <a:xfrm xmlns:a="http://schemas.openxmlformats.org/drawingml/2006/main">
            <a:off x="666750" y="44767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800" b="1">
                <a:solidFill>
                  <a:srgbClr val="1D332D"/>
                </a:solidFill>
                <a:latin typeface="Arial"/>
                <a:ea typeface="Arial"/>
                <a:cs typeface="Arial"/>
              </a:defRPr>
            </a:defPPr>
            <a:lvl1pPr algn="l">
              <a:defRPr sz="1800" b="1">
                <a:solidFill>
                  <a:srgbClr val="1D332D"/>
                </a:solidFill>
                <a:latin typeface="Arial"/>
                <a:ea typeface="Arial"/>
                <a:cs typeface="Arial"/>
              </a:defRPr>
            </a:lvl1pPr>
            <a:lvl2pPr algn="l">
              <a:defRPr sz="1800" b="1">
                <a:solidFill>
                  <a:srgbClr val="1D332D"/>
                </a:solidFill>
                <a:latin typeface="Arial"/>
                <a:ea typeface="Arial"/>
                <a:cs typeface="Arial"/>
              </a:defRPr>
            </a:lvl2pPr>
            <a:lvl3pPr algn="l">
              <a:defRPr sz="1800" b="1">
                <a:solidFill>
                  <a:srgbClr val="1D332D"/>
                </a:solidFill>
                <a:latin typeface="Arial"/>
                <a:ea typeface="Arial"/>
                <a:cs typeface="Arial"/>
              </a:defRPr>
            </a:lvl3pPr>
            <a:lvl4pPr algn="l">
              <a:defRPr sz="1800" b="1">
                <a:solidFill>
                  <a:srgbClr val="1D332D"/>
                </a:solidFill>
                <a:latin typeface="Arial"/>
                <a:ea typeface="Arial"/>
                <a:cs typeface="Arial"/>
              </a:defRPr>
            </a:lvl4pPr>
            <a:lvl5pPr algn="l">
              <a:defRPr sz="1800" b="1">
                <a:solidFill>
                  <a:srgbClr val="1D332D"/>
                </a:solidFill>
                <a:latin typeface="Arial"/>
                <a:ea typeface="Arial"/>
                <a:cs typeface="Arial"/>
              </a:defRPr>
            </a:lvl5pPr>
            <a:lvl6pPr algn="l">
              <a:defRPr sz="1800" b="1">
                <a:solidFill>
                  <a:srgbClr val="1D332D"/>
                </a:solidFill>
                <a:latin typeface="Arial"/>
                <a:ea typeface="Arial"/>
                <a:cs typeface="Arial"/>
              </a:defRPr>
            </a:lvl6pPr>
            <a:lvl7pPr algn="l">
              <a:defRPr sz="1800" b="1">
                <a:solidFill>
                  <a:srgbClr val="1D332D"/>
                </a:solidFill>
                <a:latin typeface="Arial"/>
                <a:ea typeface="Arial"/>
                <a:cs typeface="Arial"/>
              </a:defRPr>
            </a:lvl7pPr>
            <a:lvl8pPr algn="l">
              <a:defRPr sz="1800" b="1">
                <a:solidFill>
                  <a:srgbClr val="1D332D"/>
                </a:solidFill>
                <a:latin typeface="Arial"/>
                <a:ea typeface="Arial"/>
                <a:cs typeface="Arial"/>
              </a:defRPr>
            </a:lvl8pPr>
            <a:lvl9pPr algn="l">
              <a:defRPr sz="1800" b="1">
                <a:solidFill>
                  <a:srgbClr val="1D332D"/>
                </a:solidFill>
                <a:latin typeface="Arial"/>
                <a:ea typeface="Arial"/>
                <a:cs typeface="Arial"/>
              </a:defRPr>
            </a:lvl9pPr>
          </a:lstStyle>
          <a:p xmlns:a="http://schemas.openxmlformats.org/drawingml/2006/main">
            <a:pPr algn="l">
              <a:defRPr sz="1800" b="1">
                <a:solidFill>
                  <a:srgbClr val="1D332D"/>
                </a:solidFill>
                <a:latin typeface="Arial"/>
                <a:ea typeface="Arial"/>
                <a:cs typeface="Arial"/>
              </a:defRPr>
            </a:pPr>
            <a:r>
              <a:rPr sz="1800" b="1">
                <a:solidFill>
                  <a:srgbClr val="1D332D"/>
                </a:solidFill>
                <a:latin typeface="Arial"/>
                <a:ea typeface="Arial"/>
                <a:cs typeface="Arial"/>
              </a:rPr>
              <a:t>Completion</a:t>
            </a:r>
          </a:p>
        </p:txBody>
      </p:sp>
      <p:sp>
        <p:nvSpPr>
          <p:cNvPr id="10" name="text">
            <a:extLst xmlns:a="http://schemas.openxmlformats.org/drawingml/2006/main">
              <a:ext uri="{FF2B5EF4-FFF2-40B4-BE49-F238E27FC236}">
                <a16:creationId xmlns:a16="http://schemas.microsoft.com/office/drawing/2014/main" id="{8AC79EE7-3754-4CE2-87A5-127ECB3A60D1}"/>
              </a:ext>
            </a:extLst>
          </p:cNvPr>
          <p:cNvSpPr>
            <a:spLocks xmlns:a="http://schemas.openxmlformats.org/drawingml/2006/main" noGrp="1"/>
          </p:cNvSpPr>
          <p:nvPr/>
        </p:nvSpPr>
        <p:spPr>
          <a:xfrm xmlns:a="http://schemas.openxmlformats.org/drawingml/2006/main">
            <a:off x="666750" y="485775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36A61"/>
                </a:solidFill>
                <a:latin typeface="Arial"/>
                <a:ea typeface="Arial"/>
                <a:cs typeface="Arial"/>
              </a:defRPr>
            </a:defPPr>
            <a:lvl1pPr algn="l">
              <a:defRPr sz="1500" b="0">
                <a:solidFill>
                  <a:srgbClr val="536A61"/>
                </a:solidFill>
                <a:latin typeface="Arial"/>
                <a:ea typeface="Arial"/>
                <a:cs typeface="Arial"/>
              </a:defRPr>
            </a:lvl1pPr>
            <a:lvl2pPr algn="l">
              <a:defRPr sz="1500" b="0">
                <a:solidFill>
                  <a:srgbClr val="536A61"/>
                </a:solidFill>
                <a:latin typeface="Arial"/>
                <a:ea typeface="Arial"/>
                <a:cs typeface="Arial"/>
              </a:defRPr>
            </a:lvl2pPr>
            <a:lvl3pPr algn="l">
              <a:defRPr sz="1500" b="0">
                <a:solidFill>
                  <a:srgbClr val="536A61"/>
                </a:solidFill>
                <a:latin typeface="Arial"/>
                <a:ea typeface="Arial"/>
                <a:cs typeface="Arial"/>
              </a:defRPr>
            </a:lvl3pPr>
            <a:lvl4pPr algn="l">
              <a:defRPr sz="1500" b="0">
                <a:solidFill>
                  <a:srgbClr val="536A61"/>
                </a:solidFill>
                <a:latin typeface="Arial"/>
                <a:ea typeface="Arial"/>
                <a:cs typeface="Arial"/>
              </a:defRPr>
            </a:lvl4pPr>
            <a:lvl5pPr algn="l">
              <a:defRPr sz="1500" b="0">
                <a:solidFill>
                  <a:srgbClr val="536A61"/>
                </a:solidFill>
                <a:latin typeface="Arial"/>
                <a:ea typeface="Arial"/>
                <a:cs typeface="Arial"/>
              </a:defRPr>
            </a:lvl5pPr>
            <a:lvl6pPr algn="l">
              <a:defRPr sz="1500" b="0">
                <a:solidFill>
                  <a:srgbClr val="536A61"/>
                </a:solidFill>
                <a:latin typeface="Arial"/>
                <a:ea typeface="Arial"/>
                <a:cs typeface="Arial"/>
              </a:defRPr>
            </a:lvl6pPr>
            <a:lvl7pPr algn="l">
              <a:defRPr sz="1500" b="0">
                <a:solidFill>
                  <a:srgbClr val="536A61"/>
                </a:solidFill>
                <a:latin typeface="Arial"/>
                <a:ea typeface="Arial"/>
                <a:cs typeface="Arial"/>
              </a:defRPr>
            </a:lvl7pPr>
            <a:lvl8pPr algn="l">
              <a:defRPr sz="1500" b="0">
                <a:solidFill>
                  <a:srgbClr val="536A61"/>
                </a:solidFill>
                <a:latin typeface="Arial"/>
                <a:ea typeface="Arial"/>
                <a:cs typeface="Arial"/>
              </a:defRPr>
            </a:lvl8pPr>
            <a:lvl9pPr algn="l">
              <a:defRPr sz="1500" b="0">
                <a:solidFill>
                  <a:srgbClr val="536A61"/>
                </a:solidFill>
                <a:latin typeface="Arial"/>
                <a:ea typeface="Arial"/>
                <a:cs typeface="Arial"/>
              </a:defRPr>
            </a:lvl9pPr>
          </a:lstStyle>
          <a:p xmlns:a="http://schemas.openxmlformats.org/drawingml/2006/main">
            <a:pPr algn="l">
              <a:defRPr sz="1500" b="0">
                <a:solidFill>
                  <a:srgbClr val="536A61"/>
                </a:solidFill>
                <a:latin typeface="Arial"/>
                <a:ea typeface="Arial"/>
                <a:cs typeface="Arial"/>
              </a:defRPr>
            </a:pPr>
            <a:r>
              <a:rPr sz="1500" b="0">
                <a:solidFill>
                  <a:srgbClr val="536A61"/>
                </a:solidFill>
                <a:latin typeface="Arial"/>
                <a:ea typeface="Arial"/>
                <a:cs typeface="Arial"/>
              </a:rPr>
              <a:t>Lesson progress + passing score → eligible certificate.</a:t>
            </a:r>
          </a:p>
        </p:txBody>
      </p:sp>
      <p:sp>
        <p:nvSpPr>
          <p:cNvPr id="11" name="">
            <a:extLst xmlns:a="http://schemas.openxmlformats.org/drawingml/2006/main">
              <a:ext uri="{FF2B5EF4-FFF2-40B4-BE49-F238E27FC236}">
                <a16:creationId xmlns:a16="http://schemas.microsoft.com/office/drawing/2014/main" id="{91ABB1B4-86D9-481F-8C81-836358F66D3C}"/>
              </a:ext>
            </a:extLst>
          </p:cNvPr>
          <p:cNvSpPr>
            <a:spLocks xmlns:a="http://schemas.openxmlformats.org/drawingml/2006/main" noGrp="1"/>
          </p:cNvSpPr>
          <p:nvPr/>
        </p:nvSpPr>
        <p:spPr>
          <a:xfrm xmlns:a="http://schemas.openxmlformats.org/drawingml/2006/main">
            <a:off x="5715000" y="1543050"/>
            <a:ext cx="19050" cy="4095750"/>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6DC057C0-176D-4F8A-8BA0-003DF99A9A93}"/>
              </a:ext>
            </a:extLst>
          </p:cNvPr>
          <p:cNvSpPr>
            <a:spLocks xmlns:a="http://schemas.openxmlformats.org/drawingml/2006/main" noGrp="1"/>
          </p:cNvSpPr>
          <p:nvPr/>
        </p:nvSpPr>
        <p:spPr>
          <a:xfrm xmlns:a="http://schemas.openxmlformats.org/drawingml/2006/main">
            <a:off x="6191250" y="14382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ACCESS CONTROLS</a:t>
            </a:r>
          </a:p>
        </p:txBody>
      </p:sp>
      <p:sp>
        <p:nvSpPr>
          <p:cNvPr id="13" name="text">
            <a:extLst xmlns:a="http://schemas.openxmlformats.org/drawingml/2006/main">
              <a:ext uri="{FF2B5EF4-FFF2-40B4-BE49-F238E27FC236}">
                <a16:creationId xmlns:a16="http://schemas.microsoft.com/office/drawing/2014/main" id="{717FDDDD-F49E-4C21-832C-FC7BB034ECDB}"/>
              </a:ext>
            </a:extLst>
          </p:cNvPr>
          <p:cNvSpPr>
            <a:spLocks xmlns:a="http://schemas.openxmlformats.org/drawingml/2006/main" noGrp="1"/>
          </p:cNvSpPr>
          <p:nvPr/>
        </p:nvSpPr>
        <p:spPr>
          <a:xfrm xmlns:a="http://schemas.openxmlformats.org/drawingml/2006/main">
            <a:off x="6191250" y="20383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1">
                <a:solidFill>
                  <a:srgbClr val="1D332D"/>
                </a:solidFill>
                <a:latin typeface="Arial"/>
                <a:ea typeface="Arial"/>
                <a:cs typeface="Arial"/>
              </a:defRPr>
            </a:defPPr>
            <a:lvl1pPr algn="l">
              <a:defRPr sz="1725" b="1">
                <a:solidFill>
                  <a:srgbClr val="1D332D"/>
                </a:solidFill>
                <a:latin typeface="Arial"/>
                <a:ea typeface="Arial"/>
                <a:cs typeface="Arial"/>
              </a:defRPr>
            </a:lvl1pPr>
            <a:lvl2pPr algn="l">
              <a:defRPr sz="1725" b="1">
                <a:solidFill>
                  <a:srgbClr val="1D332D"/>
                </a:solidFill>
                <a:latin typeface="Arial"/>
                <a:ea typeface="Arial"/>
                <a:cs typeface="Arial"/>
              </a:defRPr>
            </a:lvl2pPr>
            <a:lvl3pPr algn="l">
              <a:defRPr sz="1725" b="1">
                <a:solidFill>
                  <a:srgbClr val="1D332D"/>
                </a:solidFill>
                <a:latin typeface="Arial"/>
                <a:ea typeface="Arial"/>
                <a:cs typeface="Arial"/>
              </a:defRPr>
            </a:lvl3pPr>
            <a:lvl4pPr algn="l">
              <a:defRPr sz="1725" b="1">
                <a:solidFill>
                  <a:srgbClr val="1D332D"/>
                </a:solidFill>
                <a:latin typeface="Arial"/>
                <a:ea typeface="Arial"/>
                <a:cs typeface="Arial"/>
              </a:defRPr>
            </a:lvl4pPr>
            <a:lvl5pPr algn="l">
              <a:defRPr sz="1725" b="1">
                <a:solidFill>
                  <a:srgbClr val="1D332D"/>
                </a:solidFill>
                <a:latin typeface="Arial"/>
                <a:ea typeface="Arial"/>
                <a:cs typeface="Arial"/>
              </a:defRPr>
            </a:lvl5pPr>
            <a:lvl6pPr algn="l">
              <a:defRPr sz="1725" b="1">
                <a:solidFill>
                  <a:srgbClr val="1D332D"/>
                </a:solidFill>
                <a:latin typeface="Arial"/>
                <a:ea typeface="Arial"/>
                <a:cs typeface="Arial"/>
              </a:defRPr>
            </a:lvl6pPr>
            <a:lvl7pPr algn="l">
              <a:defRPr sz="1725" b="1">
                <a:solidFill>
                  <a:srgbClr val="1D332D"/>
                </a:solidFill>
                <a:latin typeface="Arial"/>
                <a:ea typeface="Arial"/>
                <a:cs typeface="Arial"/>
              </a:defRPr>
            </a:lvl7pPr>
            <a:lvl8pPr algn="l">
              <a:defRPr sz="1725" b="1">
                <a:solidFill>
                  <a:srgbClr val="1D332D"/>
                </a:solidFill>
                <a:latin typeface="Arial"/>
                <a:ea typeface="Arial"/>
                <a:cs typeface="Arial"/>
              </a:defRPr>
            </a:lvl8pPr>
            <a:lvl9pPr algn="l">
              <a:defRPr sz="1725" b="1">
                <a:solidFill>
                  <a:srgbClr val="1D332D"/>
                </a:solidFill>
                <a:latin typeface="Arial"/>
                <a:ea typeface="Arial"/>
                <a:cs typeface="Arial"/>
              </a:defRPr>
            </a:lvl9pPr>
          </a:lstStyle>
          <a:p xmlns:a="http://schemas.openxmlformats.org/drawingml/2006/main">
            <a:pPr algn="l">
              <a:defRPr sz="1725" b="1">
                <a:solidFill>
                  <a:srgbClr val="1D332D"/>
                </a:solidFill>
                <a:latin typeface="Arial"/>
                <a:ea typeface="Arial"/>
                <a:cs typeface="Arial"/>
              </a:defRPr>
            </a:pPr>
            <a:r>
              <a:rPr sz="1725" b="1">
                <a:solidFill>
                  <a:srgbClr val="1D332D"/>
                </a:solidFill>
                <a:latin typeface="Arial"/>
                <a:ea typeface="Arial"/>
                <a:cs typeface="Arial"/>
              </a:rPr>
              <a:t>Short-lived access JWT</a:t>
            </a:r>
          </a:p>
        </p:txBody>
      </p:sp>
      <p:sp>
        <p:nvSpPr>
          <p:cNvPr id="14" name="text">
            <a:extLst xmlns:a="http://schemas.openxmlformats.org/drawingml/2006/main">
              <a:ext uri="{FF2B5EF4-FFF2-40B4-BE49-F238E27FC236}">
                <a16:creationId xmlns:a16="http://schemas.microsoft.com/office/drawing/2014/main" id="{CD47E84B-76D3-4751-8C22-7B63E8E364C9}"/>
              </a:ext>
            </a:extLst>
          </p:cNvPr>
          <p:cNvSpPr>
            <a:spLocks xmlns:a="http://schemas.openxmlformats.org/drawingml/2006/main" noGrp="1"/>
          </p:cNvSpPr>
          <p:nvPr/>
        </p:nvSpPr>
        <p:spPr>
          <a:xfrm xmlns:a="http://schemas.openxmlformats.org/drawingml/2006/main">
            <a:off x="6191250" y="241935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36A61"/>
                </a:solidFill>
                <a:latin typeface="Arial"/>
                <a:ea typeface="Arial"/>
                <a:cs typeface="Arial"/>
              </a:defRPr>
            </a:defPPr>
            <a:lvl1pPr algn="l">
              <a:defRPr sz="1425" b="0">
                <a:solidFill>
                  <a:srgbClr val="536A61"/>
                </a:solidFill>
                <a:latin typeface="Arial"/>
                <a:ea typeface="Arial"/>
                <a:cs typeface="Arial"/>
              </a:defRPr>
            </a:lvl1pPr>
            <a:lvl2pPr algn="l">
              <a:defRPr sz="1425" b="0">
                <a:solidFill>
                  <a:srgbClr val="536A61"/>
                </a:solidFill>
                <a:latin typeface="Arial"/>
                <a:ea typeface="Arial"/>
                <a:cs typeface="Arial"/>
              </a:defRPr>
            </a:lvl2pPr>
            <a:lvl3pPr algn="l">
              <a:defRPr sz="1425" b="0">
                <a:solidFill>
                  <a:srgbClr val="536A61"/>
                </a:solidFill>
                <a:latin typeface="Arial"/>
                <a:ea typeface="Arial"/>
                <a:cs typeface="Arial"/>
              </a:defRPr>
            </a:lvl3pPr>
            <a:lvl4pPr algn="l">
              <a:defRPr sz="1425" b="0">
                <a:solidFill>
                  <a:srgbClr val="536A61"/>
                </a:solidFill>
                <a:latin typeface="Arial"/>
                <a:ea typeface="Arial"/>
                <a:cs typeface="Arial"/>
              </a:defRPr>
            </a:lvl4pPr>
            <a:lvl5pPr algn="l">
              <a:defRPr sz="1425" b="0">
                <a:solidFill>
                  <a:srgbClr val="536A61"/>
                </a:solidFill>
                <a:latin typeface="Arial"/>
                <a:ea typeface="Arial"/>
                <a:cs typeface="Arial"/>
              </a:defRPr>
            </a:lvl5pPr>
            <a:lvl6pPr algn="l">
              <a:defRPr sz="1425" b="0">
                <a:solidFill>
                  <a:srgbClr val="536A61"/>
                </a:solidFill>
                <a:latin typeface="Arial"/>
                <a:ea typeface="Arial"/>
                <a:cs typeface="Arial"/>
              </a:defRPr>
            </a:lvl6pPr>
            <a:lvl7pPr algn="l">
              <a:defRPr sz="1425" b="0">
                <a:solidFill>
                  <a:srgbClr val="536A61"/>
                </a:solidFill>
                <a:latin typeface="Arial"/>
                <a:ea typeface="Arial"/>
                <a:cs typeface="Arial"/>
              </a:defRPr>
            </a:lvl7pPr>
            <a:lvl8pPr algn="l">
              <a:defRPr sz="1425" b="0">
                <a:solidFill>
                  <a:srgbClr val="536A61"/>
                </a:solidFill>
                <a:latin typeface="Arial"/>
                <a:ea typeface="Arial"/>
                <a:cs typeface="Arial"/>
              </a:defRPr>
            </a:lvl8pPr>
            <a:lvl9pPr algn="l">
              <a:defRPr sz="1425" b="0">
                <a:solidFill>
                  <a:srgbClr val="536A61"/>
                </a:solidFill>
                <a:latin typeface="Arial"/>
                <a:ea typeface="Arial"/>
                <a:cs typeface="Arial"/>
              </a:defRPr>
            </a:lvl9pPr>
          </a:lstStyle>
          <a:p xmlns:a="http://schemas.openxmlformats.org/drawingml/2006/main">
            <a:pPr algn="l">
              <a:defRPr sz="1425" b="0">
                <a:solidFill>
                  <a:srgbClr val="536A61"/>
                </a:solidFill>
                <a:latin typeface="Arial"/>
                <a:ea typeface="Arial"/>
                <a:cs typeface="Arial"/>
              </a:defRPr>
            </a:pPr>
            <a:r>
              <a:rPr sz="1425" b="0">
                <a:solidFill>
                  <a:srgbClr val="536A61"/>
                </a:solidFill>
                <a:latin typeface="Arial"/>
                <a:ea typeface="Arial"/>
                <a:cs typeface="Arial"/>
              </a:rPr>
              <a:t>Hashed, single-use refresh rotation; logout revokes the refresh token.</a:t>
            </a:r>
          </a:p>
        </p:txBody>
      </p:sp>
      <p:sp>
        <p:nvSpPr>
          <p:cNvPr id="15" name="text">
            <a:extLst xmlns:a="http://schemas.openxmlformats.org/drawingml/2006/main">
              <a:ext uri="{FF2B5EF4-FFF2-40B4-BE49-F238E27FC236}">
                <a16:creationId xmlns:a16="http://schemas.microsoft.com/office/drawing/2014/main" id="{7CAFE403-308D-4F64-9D02-7BC1937F99AD}"/>
              </a:ext>
            </a:extLst>
          </p:cNvPr>
          <p:cNvSpPr>
            <a:spLocks xmlns:a="http://schemas.openxmlformats.org/drawingml/2006/main" noGrp="1"/>
          </p:cNvSpPr>
          <p:nvPr/>
        </p:nvSpPr>
        <p:spPr>
          <a:xfrm xmlns:a="http://schemas.openxmlformats.org/drawingml/2006/main">
            <a:off x="619125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1">
                <a:solidFill>
                  <a:srgbClr val="1D332D"/>
                </a:solidFill>
                <a:latin typeface="Arial"/>
                <a:ea typeface="Arial"/>
                <a:cs typeface="Arial"/>
              </a:defRPr>
            </a:defPPr>
            <a:lvl1pPr algn="l">
              <a:defRPr sz="1725" b="1">
                <a:solidFill>
                  <a:srgbClr val="1D332D"/>
                </a:solidFill>
                <a:latin typeface="Arial"/>
                <a:ea typeface="Arial"/>
                <a:cs typeface="Arial"/>
              </a:defRPr>
            </a:lvl1pPr>
            <a:lvl2pPr algn="l">
              <a:defRPr sz="1725" b="1">
                <a:solidFill>
                  <a:srgbClr val="1D332D"/>
                </a:solidFill>
                <a:latin typeface="Arial"/>
                <a:ea typeface="Arial"/>
                <a:cs typeface="Arial"/>
              </a:defRPr>
            </a:lvl2pPr>
            <a:lvl3pPr algn="l">
              <a:defRPr sz="1725" b="1">
                <a:solidFill>
                  <a:srgbClr val="1D332D"/>
                </a:solidFill>
                <a:latin typeface="Arial"/>
                <a:ea typeface="Arial"/>
                <a:cs typeface="Arial"/>
              </a:defRPr>
            </a:lvl3pPr>
            <a:lvl4pPr algn="l">
              <a:defRPr sz="1725" b="1">
                <a:solidFill>
                  <a:srgbClr val="1D332D"/>
                </a:solidFill>
                <a:latin typeface="Arial"/>
                <a:ea typeface="Arial"/>
                <a:cs typeface="Arial"/>
              </a:defRPr>
            </a:lvl4pPr>
            <a:lvl5pPr algn="l">
              <a:defRPr sz="1725" b="1">
                <a:solidFill>
                  <a:srgbClr val="1D332D"/>
                </a:solidFill>
                <a:latin typeface="Arial"/>
                <a:ea typeface="Arial"/>
                <a:cs typeface="Arial"/>
              </a:defRPr>
            </a:lvl5pPr>
            <a:lvl6pPr algn="l">
              <a:defRPr sz="1725" b="1">
                <a:solidFill>
                  <a:srgbClr val="1D332D"/>
                </a:solidFill>
                <a:latin typeface="Arial"/>
                <a:ea typeface="Arial"/>
                <a:cs typeface="Arial"/>
              </a:defRPr>
            </a:lvl6pPr>
            <a:lvl7pPr algn="l">
              <a:defRPr sz="1725" b="1">
                <a:solidFill>
                  <a:srgbClr val="1D332D"/>
                </a:solidFill>
                <a:latin typeface="Arial"/>
                <a:ea typeface="Arial"/>
                <a:cs typeface="Arial"/>
              </a:defRPr>
            </a:lvl7pPr>
            <a:lvl8pPr algn="l">
              <a:defRPr sz="1725" b="1">
                <a:solidFill>
                  <a:srgbClr val="1D332D"/>
                </a:solidFill>
                <a:latin typeface="Arial"/>
                <a:ea typeface="Arial"/>
                <a:cs typeface="Arial"/>
              </a:defRPr>
            </a:lvl8pPr>
            <a:lvl9pPr algn="l">
              <a:defRPr sz="1725" b="1">
                <a:solidFill>
                  <a:srgbClr val="1D332D"/>
                </a:solidFill>
                <a:latin typeface="Arial"/>
                <a:ea typeface="Arial"/>
                <a:cs typeface="Arial"/>
              </a:defRPr>
            </a:lvl9pPr>
          </a:lstStyle>
          <a:p xmlns:a="http://schemas.openxmlformats.org/drawingml/2006/main">
            <a:pPr algn="l">
              <a:defRPr sz="1725" b="1">
                <a:solidFill>
                  <a:srgbClr val="1D332D"/>
                </a:solidFill>
                <a:latin typeface="Arial"/>
                <a:ea typeface="Arial"/>
                <a:cs typeface="Arial"/>
              </a:defRPr>
            </a:pPr>
            <a:r>
              <a:rPr sz="1725" b="1">
                <a:solidFill>
                  <a:srgbClr val="1D332D"/>
                </a:solidFill>
                <a:latin typeface="Arial"/>
                <a:ea typeface="Arial"/>
                <a:cs typeface="Arial"/>
              </a:rPr>
              <a:t>Unique PDF certificate</a:t>
            </a:r>
          </a:p>
        </p:txBody>
      </p:sp>
      <p:sp>
        <p:nvSpPr>
          <p:cNvPr id="16" name="text">
            <a:extLst xmlns:a="http://schemas.openxmlformats.org/drawingml/2006/main">
              <a:ext uri="{FF2B5EF4-FFF2-40B4-BE49-F238E27FC236}">
                <a16:creationId xmlns:a16="http://schemas.microsoft.com/office/drawing/2014/main" id="{7A481EDA-2D30-48EE-9776-0298B5617DBA}"/>
              </a:ext>
            </a:extLst>
          </p:cNvPr>
          <p:cNvSpPr>
            <a:spLocks xmlns:a="http://schemas.openxmlformats.org/drawingml/2006/main" noGrp="1"/>
          </p:cNvSpPr>
          <p:nvPr/>
        </p:nvSpPr>
        <p:spPr>
          <a:xfrm xmlns:a="http://schemas.openxmlformats.org/drawingml/2006/main">
            <a:off x="6191250" y="371475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36A61"/>
                </a:solidFill>
                <a:latin typeface="Arial"/>
                <a:ea typeface="Arial"/>
                <a:cs typeface="Arial"/>
              </a:defRPr>
            </a:defPPr>
            <a:lvl1pPr algn="l">
              <a:defRPr sz="1425" b="0">
                <a:solidFill>
                  <a:srgbClr val="536A61"/>
                </a:solidFill>
                <a:latin typeface="Arial"/>
                <a:ea typeface="Arial"/>
                <a:cs typeface="Arial"/>
              </a:defRPr>
            </a:lvl1pPr>
            <a:lvl2pPr algn="l">
              <a:defRPr sz="1425" b="0">
                <a:solidFill>
                  <a:srgbClr val="536A61"/>
                </a:solidFill>
                <a:latin typeface="Arial"/>
                <a:ea typeface="Arial"/>
                <a:cs typeface="Arial"/>
              </a:defRPr>
            </a:lvl2pPr>
            <a:lvl3pPr algn="l">
              <a:defRPr sz="1425" b="0">
                <a:solidFill>
                  <a:srgbClr val="536A61"/>
                </a:solidFill>
                <a:latin typeface="Arial"/>
                <a:ea typeface="Arial"/>
                <a:cs typeface="Arial"/>
              </a:defRPr>
            </a:lvl3pPr>
            <a:lvl4pPr algn="l">
              <a:defRPr sz="1425" b="0">
                <a:solidFill>
                  <a:srgbClr val="536A61"/>
                </a:solidFill>
                <a:latin typeface="Arial"/>
                <a:ea typeface="Arial"/>
                <a:cs typeface="Arial"/>
              </a:defRPr>
            </a:lvl4pPr>
            <a:lvl5pPr algn="l">
              <a:defRPr sz="1425" b="0">
                <a:solidFill>
                  <a:srgbClr val="536A61"/>
                </a:solidFill>
                <a:latin typeface="Arial"/>
                <a:ea typeface="Arial"/>
                <a:cs typeface="Arial"/>
              </a:defRPr>
            </a:lvl5pPr>
            <a:lvl6pPr algn="l">
              <a:defRPr sz="1425" b="0">
                <a:solidFill>
                  <a:srgbClr val="536A61"/>
                </a:solidFill>
                <a:latin typeface="Arial"/>
                <a:ea typeface="Arial"/>
                <a:cs typeface="Arial"/>
              </a:defRPr>
            </a:lvl6pPr>
            <a:lvl7pPr algn="l">
              <a:defRPr sz="1425" b="0">
                <a:solidFill>
                  <a:srgbClr val="536A61"/>
                </a:solidFill>
                <a:latin typeface="Arial"/>
                <a:ea typeface="Arial"/>
                <a:cs typeface="Arial"/>
              </a:defRPr>
            </a:lvl7pPr>
            <a:lvl8pPr algn="l">
              <a:defRPr sz="1425" b="0">
                <a:solidFill>
                  <a:srgbClr val="536A61"/>
                </a:solidFill>
                <a:latin typeface="Arial"/>
                <a:ea typeface="Arial"/>
                <a:cs typeface="Arial"/>
              </a:defRPr>
            </a:lvl8pPr>
            <a:lvl9pPr algn="l">
              <a:defRPr sz="1425" b="0">
                <a:solidFill>
                  <a:srgbClr val="536A61"/>
                </a:solidFill>
                <a:latin typeface="Arial"/>
                <a:ea typeface="Arial"/>
                <a:cs typeface="Arial"/>
              </a:defRPr>
            </a:lvl9pPr>
          </a:lstStyle>
          <a:p xmlns:a="http://schemas.openxmlformats.org/drawingml/2006/main">
            <a:pPr algn="l">
              <a:defRPr sz="1425" b="0">
                <a:solidFill>
                  <a:srgbClr val="536A61"/>
                </a:solidFill>
                <a:latin typeface="Arial"/>
                <a:ea typeface="Arial"/>
                <a:cs typeface="Arial"/>
              </a:defRPr>
            </a:pPr>
            <a:r>
              <a:rPr sz="1425" b="0">
                <a:solidFill>
                  <a:srgbClr val="536A61"/>
                </a:solidFill>
                <a:latin typeface="Arial"/>
                <a:ea typeface="Arial"/>
                <a:cs typeface="Arial"/>
              </a:rPr>
              <a:t>QR verification endpoint, idempotent issuance, and admin revocation.</a:t>
            </a:r>
          </a:p>
        </p:txBody>
      </p:sp>
      <p:sp>
        <p:nvSpPr>
          <p:cNvPr id="17" name="text">
            <a:extLst xmlns:a="http://schemas.openxmlformats.org/drawingml/2006/main">
              <a:ext uri="{FF2B5EF4-FFF2-40B4-BE49-F238E27FC236}">
                <a16:creationId xmlns:a16="http://schemas.microsoft.com/office/drawing/2014/main" id="{709BA783-6830-44BF-ACB6-B87B68EF412E}"/>
              </a:ext>
            </a:extLst>
          </p:cNvPr>
          <p:cNvSpPr>
            <a:spLocks xmlns:a="http://schemas.openxmlformats.org/drawingml/2006/main" noGrp="1"/>
          </p:cNvSpPr>
          <p:nvPr/>
        </p:nvSpPr>
        <p:spPr>
          <a:xfrm xmlns:a="http://schemas.openxmlformats.org/drawingml/2006/main">
            <a:off x="6191250" y="46672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1">
                <a:solidFill>
                  <a:srgbClr val="1D332D"/>
                </a:solidFill>
                <a:latin typeface="Arial"/>
                <a:ea typeface="Arial"/>
                <a:cs typeface="Arial"/>
              </a:defRPr>
            </a:defPPr>
            <a:lvl1pPr algn="l">
              <a:defRPr sz="1725" b="1">
                <a:solidFill>
                  <a:srgbClr val="1D332D"/>
                </a:solidFill>
                <a:latin typeface="Arial"/>
                <a:ea typeface="Arial"/>
                <a:cs typeface="Arial"/>
              </a:defRPr>
            </a:lvl1pPr>
            <a:lvl2pPr algn="l">
              <a:defRPr sz="1725" b="1">
                <a:solidFill>
                  <a:srgbClr val="1D332D"/>
                </a:solidFill>
                <a:latin typeface="Arial"/>
                <a:ea typeface="Arial"/>
                <a:cs typeface="Arial"/>
              </a:defRPr>
            </a:lvl2pPr>
            <a:lvl3pPr algn="l">
              <a:defRPr sz="1725" b="1">
                <a:solidFill>
                  <a:srgbClr val="1D332D"/>
                </a:solidFill>
                <a:latin typeface="Arial"/>
                <a:ea typeface="Arial"/>
                <a:cs typeface="Arial"/>
              </a:defRPr>
            </a:lvl3pPr>
            <a:lvl4pPr algn="l">
              <a:defRPr sz="1725" b="1">
                <a:solidFill>
                  <a:srgbClr val="1D332D"/>
                </a:solidFill>
                <a:latin typeface="Arial"/>
                <a:ea typeface="Arial"/>
                <a:cs typeface="Arial"/>
              </a:defRPr>
            </a:lvl4pPr>
            <a:lvl5pPr algn="l">
              <a:defRPr sz="1725" b="1">
                <a:solidFill>
                  <a:srgbClr val="1D332D"/>
                </a:solidFill>
                <a:latin typeface="Arial"/>
                <a:ea typeface="Arial"/>
                <a:cs typeface="Arial"/>
              </a:defRPr>
            </a:lvl5pPr>
            <a:lvl6pPr algn="l">
              <a:defRPr sz="1725" b="1">
                <a:solidFill>
                  <a:srgbClr val="1D332D"/>
                </a:solidFill>
                <a:latin typeface="Arial"/>
                <a:ea typeface="Arial"/>
                <a:cs typeface="Arial"/>
              </a:defRPr>
            </a:lvl6pPr>
            <a:lvl7pPr algn="l">
              <a:defRPr sz="1725" b="1">
                <a:solidFill>
                  <a:srgbClr val="1D332D"/>
                </a:solidFill>
                <a:latin typeface="Arial"/>
                <a:ea typeface="Arial"/>
                <a:cs typeface="Arial"/>
              </a:defRPr>
            </a:lvl7pPr>
            <a:lvl8pPr algn="l">
              <a:defRPr sz="1725" b="1">
                <a:solidFill>
                  <a:srgbClr val="1D332D"/>
                </a:solidFill>
                <a:latin typeface="Arial"/>
                <a:ea typeface="Arial"/>
                <a:cs typeface="Arial"/>
              </a:defRPr>
            </a:lvl8pPr>
            <a:lvl9pPr algn="l">
              <a:defRPr sz="1725" b="1">
                <a:solidFill>
                  <a:srgbClr val="1D332D"/>
                </a:solidFill>
                <a:latin typeface="Arial"/>
                <a:ea typeface="Arial"/>
                <a:cs typeface="Arial"/>
              </a:defRPr>
            </a:lvl9pPr>
          </a:lstStyle>
          <a:p xmlns:a="http://schemas.openxmlformats.org/drawingml/2006/main">
            <a:pPr algn="l">
              <a:defRPr sz="1725" b="1">
                <a:solidFill>
                  <a:srgbClr val="1D332D"/>
                </a:solidFill>
                <a:latin typeface="Arial"/>
                <a:ea typeface="Arial"/>
                <a:cs typeface="Arial"/>
              </a:defRPr>
            </a:pPr>
            <a:r>
              <a:rPr sz="1725" b="1">
                <a:solidFill>
                  <a:srgbClr val="1D332D"/>
                </a:solidFill>
                <a:latin typeface="Arial"/>
                <a:ea typeface="Arial"/>
                <a:cs typeface="Arial"/>
              </a:rPr>
              <a:t>Signed payment webhook</a:t>
            </a:r>
          </a:p>
        </p:txBody>
      </p:sp>
      <p:sp>
        <p:nvSpPr>
          <p:cNvPr id="18" name="text">
            <a:extLst xmlns:a="http://schemas.openxmlformats.org/drawingml/2006/main">
              <a:ext uri="{FF2B5EF4-FFF2-40B4-BE49-F238E27FC236}">
                <a16:creationId xmlns:a16="http://schemas.microsoft.com/office/drawing/2014/main" id="{62729A82-8FB2-4391-A94C-59162100AFB7}"/>
              </a:ext>
            </a:extLst>
          </p:cNvPr>
          <p:cNvSpPr>
            <a:spLocks xmlns:a="http://schemas.openxmlformats.org/drawingml/2006/main" noGrp="1"/>
          </p:cNvSpPr>
          <p:nvPr/>
        </p:nvSpPr>
        <p:spPr>
          <a:xfrm xmlns:a="http://schemas.openxmlformats.org/drawingml/2006/main">
            <a:off x="6191250" y="50482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36A61"/>
                </a:solidFill>
                <a:latin typeface="Arial"/>
                <a:ea typeface="Arial"/>
                <a:cs typeface="Arial"/>
              </a:defRPr>
            </a:defPPr>
            <a:lvl1pPr algn="l">
              <a:defRPr sz="1425" b="0">
                <a:solidFill>
                  <a:srgbClr val="536A61"/>
                </a:solidFill>
                <a:latin typeface="Arial"/>
                <a:ea typeface="Arial"/>
                <a:cs typeface="Arial"/>
              </a:defRPr>
            </a:lvl1pPr>
            <a:lvl2pPr algn="l">
              <a:defRPr sz="1425" b="0">
                <a:solidFill>
                  <a:srgbClr val="536A61"/>
                </a:solidFill>
                <a:latin typeface="Arial"/>
                <a:ea typeface="Arial"/>
                <a:cs typeface="Arial"/>
              </a:defRPr>
            </a:lvl2pPr>
            <a:lvl3pPr algn="l">
              <a:defRPr sz="1425" b="0">
                <a:solidFill>
                  <a:srgbClr val="536A61"/>
                </a:solidFill>
                <a:latin typeface="Arial"/>
                <a:ea typeface="Arial"/>
                <a:cs typeface="Arial"/>
              </a:defRPr>
            </a:lvl3pPr>
            <a:lvl4pPr algn="l">
              <a:defRPr sz="1425" b="0">
                <a:solidFill>
                  <a:srgbClr val="536A61"/>
                </a:solidFill>
                <a:latin typeface="Arial"/>
                <a:ea typeface="Arial"/>
                <a:cs typeface="Arial"/>
              </a:defRPr>
            </a:lvl4pPr>
            <a:lvl5pPr algn="l">
              <a:defRPr sz="1425" b="0">
                <a:solidFill>
                  <a:srgbClr val="536A61"/>
                </a:solidFill>
                <a:latin typeface="Arial"/>
                <a:ea typeface="Arial"/>
                <a:cs typeface="Arial"/>
              </a:defRPr>
            </a:lvl5pPr>
            <a:lvl6pPr algn="l">
              <a:defRPr sz="1425" b="0">
                <a:solidFill>
                  <a:srgbClr val="536A61"/>
                </a:solidFill>
                <a:latin typeface="Arial"/>
                <a:ea typeface="Arial"/>
                <a:cs typeface="Arial"/>
              </a:defRPr>
            </a:lvl6pPr>
            <a:lvl7pPr algn="l">
              <a:defRPr sz="1425" b="0">
                <a:solidFill>
                  <a:srgbClr val="536A61"/>
                </a:solidFill>
                <a:latin typeface="Arial"/>
                <a:ea typeface="Arial"/>
                <a:cs typeface="Arial"/>
              </a:defRPr>
            </a:lvl7pPr>
            <a:lvl8pPr algn="l">
              <a:defRPr sz="1425" b="0">
                <a:solidFill>
                  <a:srgbClr val="536A61"/>
                </a:solidFill>
                <a:latin typeface="Arial"/>
                <a:ea typeface="Arial"/>
                <a:cs typeface="Arial"/>
              </a:defRPr>
            </a:lvl8pPr>
            <a:lvl9pPr algn="l">
              <a:defRPr sz="1425" b="0">
                <a:solidFill>
                  <a:srgbClr val="536A61"/>
                </a:solidFill>
                <a:latin typeface="Arial"/>
                <a:ea typeface="Arial"/>
                <a:cs typeface="Arial"/>
              </a:defRPr>
            </a:lvl9pPr>
          </a:lstStyle>
          <a:p xmlns:a="http://schemas.openxmlformats.org/drawingml/2006/main">
            <a:pPr algn="l">
              <a:defRPr sz="1425" b="0">
                <a:solidFill>
                  <a:srgbClr val="536A61"/>
                </a:solidFill>
                <a:latin typeface="Arial"/>
                <a:ea typeface="Arial"/>
                <a:cs typeface="Arial"/>
              </a:defRPr>
            </a:pPr>
            <a:r>
              <a:rPr sz="1425" b="0">
                <a:solidFill>
                  <a:srgbClr val="536A61"/>
                </a:solidFill>
                <a:latin typeface="Arial"/>
                <a:ea typeface="Arial"/>
                <a:cs typeface="Arial"/>
              </a:rPr>
              <a:t>Enrollment is linked only to verified payment confirmation.</a:t>
            </a:r>
          </a:p>
        </p:txBody>
      </p:sp>
    </p:spTree>
    <p:extLst>
      <p:ext uri="{BB962C8B-B14F-4D97-AF65-F5344CB8AC3E}">
        <p14:creationId xmlns:p14="http://schemas.microsoft.com/office/powerpoint/2010/main" val="952797613"/>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23DC11C2-E0B2-4DEB-AA0A-9B676486B03E}"/>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Live learning and instructor earnings</a:t>
            </a:r>
          </a:p>
        </p:txBody>
      </p:sp>
      <p:sp>
        <p:nvSpPr>
          <p:cNvPr id="2" name="">
            <a:extLst xmlns:a="http://schemas.openxmlformats.org/drawingml/2006/main">
              <a:ext uri="{FF2B5EF4-FFF2-40B4-BE49-F238E27FC236}">
                <a16:creationId xmlns:a16="http://schemas.microsoft.com/office/drawing/2014/main" id="{B878DB32-1A1D-4B94-B596-38F9FA499E01}"/>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636C3058-4196-456C-89C6-64F1BD7A6AAC}"/>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06:30–07:30</a:t>
            </a:r>
          </a:p>
        </p:txBody>
      </p:sp>
      <p:sp>
        <p:nvSpPr>
          <p:cNvPr id="4" name="text">
            <a:extLst xmlns:a="http://schemas.openxmlformats.org/drawingml/2006/main">
              <a:ext uri="{FF2B5EF4-FFF2-40B4-BE49-F238E27FC236}">
                <a16:creationId xmlns:a16="http://schemas.microsoft.com/office/drawing/2014/main" id="{8F1C96BD-099D-489D-9C43-6099E81F7596}"/>
              </a:ext>
            </a:extLst>
          </p:cNvPr>
          <p:cNvSpPr>
            <a:spLocks xmlns:a="http://schemas.openxmlformats.org/drawingml/2006/main" noGrp="1"/>
          </p:cNvSpPr>
          <p:nvPr/>
        </p:nvSpPr>
        <p:spPr>
          <a:xfrm xmlns:a="http://schemas.openxmlformats.org/drawingml/2006/main">
            <a:off x="666750" y="15240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LIVE CLASS</a:t>
            </a:r>
          </a:p>
        </p:txBody>
      </p:sp>
      <p:sp>
        <p:nvSpPr>
          <p:cNvPr id="5" name="text">
            <a:extLst xmlns:a="http://schemas.openxmlformats.org/drawingml/2006/main">
              <a:ext uri="{FF2B5EF4-FFF2-40B4-BE49-F238E27FC236}">
                <a16:creationId xmlns:a16="http://schemas.microsoft.com/office/drawing/2014/main" id="{95D817D6-D882-4FEA-921A-3D223565C29E}"/>
              </a:ext>
            </a:extLst>
          </p:cNvPr>
          <p:cNvSpPr>
            <a:spLocks xmlns:a="http://schemas.openxmlformats.org/drawingml/2006/main" noGrp="1"/>
          </p:cNvSpPr>
          <p:nvPr/>
        </p:nvSpPr>
        <p:spPr>
          <a:xfrm xmlns:a="http://schemas.openxmlformats.org/drawingml/2006/main">
            <a:off x="666750" y="204787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1D332D"/>
                </a:solidFill>
                <a:latin typeface="Arial"/>
                <a:ea typeface="Arial"/>
                <a:cs typeface="Arial"/>
              </a:defRPr>
            </a:defPPr>
            <a:lvl1pPr algn="l">
              <a:defRPr sz="2250" b="1">
                <a:solidFill>
                  <a:srgbClr val="1D332D"/>
                </a:solidFill>
                <a:latin typeface="Arial"/>
                <a:ea typeface="Arial"/>
                <a:cs typeface="Arial"/>
              </a:defRPr>
            </a:lvl1pPr>
            <a:lvl2pPr algn="l">
              <a:defRPr sz="2250" b="1">
                <a:solidFill>
                  <a:srgbClr val="1D332D"/>
                </a:solidFill>
                <a:latin typeface="Arial"/>
                <a:ea typeface="Arial"/>
                <a:cs typeface="Arial"/>
              </a:defRPr>
            </a:lvl2pPr>
            <a:lvl3pPr algn="l">
              <a:defRPr sz="2250" b="1">
                <a:solidFill>
                  <a:srgbClr val="1D332D"/>
                </a:solidFill>
                <a:latin typeface="Arial"/>
                <a:ea typeface="Arial"/>
                <a:cs typeface="Arial"/>
              </a:defRPr>
            </a:lvl3pPr>
            <a:lvl4pPr algn="l">
              <a:defRPr sz="2250" b="1">
                <a:solidFill>
                  <a:srgbClr val="1D332D"/>
                </a:solidFill>
                <a:latin typeface="Arial"/>
                <a:ea typeface="Arial"/>
                <a:cs typeface="Arial"/>
              </a:defRPr>
            </a:lvl4pPr>
            <a:lvl5pPr algn="l">
              <a:defRPr sz="2250" b="1">
                <a:solidFill>
                  <a:srgbClr val="1D332D"/>
                </a:solidFill>
                <a:latin typeface="Arial"/>
                <a:ea typeface="Arial"/>
                <a:cs typeface="Arial"/>
              </a:defRPr>
            </a:lvl5pPr>
            <a:lvl6pPr algn="l">
              <a:defRPr sz="2250" b="1">
                <a:solidFill>
                  <a:srgbClr val="1D332D"/>
                </a:solidFill>
                <a:latin typeface="Arial"/>
                <a:ea typeface="Arial"/>
                <a:cs typeface="Arial"/>
              </a:defRPr>
            </a:lvl6pPr>
            <a:lvl7pPr algn="l">
              <a:defRPr sz="2250" b="1">
                <a:solidFill>
                  <a:srgbClr val="1D332D"/>
                </a:solidFill>
                <a:latin typeface="Arial"/>
                <a:ea typeface="Arial"/>
                <a:cs typeface="Arial"/>
              </a:defRPr>
            </a:lvl7pPr>
            <a:lvl8pPr algn="l">
              <a:defRPr sz="2250" b="1">
                <a:solidFill>
                  <a:srgbClr val="1D332D"/>
                </a:solidFill>
                <a:latin typeface="Arial"/>
                <a:ea typeface="Arial"/>
                <a:cs typeface="Arial"/>
              </a:defRPr>
            </a:lvl8pPr>
            <a:lvl9pPr algn="l">
              <a:defRPr sz="2250" b="1">
                <a:solidFill>
                  <a:srgbClr val="1D332D"/>
                </a:solidFill>
                <a:latin typeface="Arial"/>
                <a:ea typeface="Arial"/>
                <a:cs typeface="Arial"/>
              </a:defRPr>
            </a:lvl9pPr>
          </a:lstStyle>
          <a:p xmlns:a="http://schemas.openxmlformats.org/drawingml/2006/main">
            <a:pPr algn="l">
              <a:defRPr sz="2250" b="1">
                <a:solidFill>
                  <a:srgbClr val="1D332D"/>
                </a:solidFill>
                <a:latin typeface="Arial"/>
                <a:ea typeface="Arial"/>
                <a:cs typeface="Arial"/>
              </a:defRPr>
            </a:pPr>
            <a:r>
              <a:rPr sz="2250" b="1">
                <a:solidFill>
                  <a:srgbClr val="1D332D"/>
                </a:solidFill>
                <a:latin typeface="Arial"/>
                <a:ea typeface="Arial"/>
                <a:cs typeface="Arial"/>
              </a:rPr>
              <a:t>Schedule → authorize → join</a:t>
            </a:r>
          </a:p>
        </p:txBody>
      </p:sp>
      <p:sp>
        <p:nvSpPr>
          <p:cNvPr id="6" name="text">
            <a:extLst xmlns:a="http://schemas.openxmlformats.org/drawingml/2006/main">
              <a:ext uri="{FF2B5EF4-FFF2-40B4-BE49-F238E27FC236}">
                <a16:creationId xmlns:a16="http://schemas.microsoft.com/office/drawing/2014/main" id="{77A4F2F9-9775-4AD1-8AFB-DEDAAC8DABE5}"/>
              </a:ext>
            </a:extLst>
          </p:cNvPr>
          <p:cNvSpPr>
            <a:spLocks xmlns:a="http://schemas.openxmlformats.org/drawingml/2006/main" noGrp="1"/>
          </p:cNvSpPr>
          <p:nvPr/>
        </p:nvSpPr>
        <p:spPr>
          <a:xfrm xmlns:a="http://schemas.openxmlformats.org/drawingml/2006/main">
            <a:off x="666750" y="2647950"/>
            <a:ext cx="4572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36A61"/>
                </a:solidFill>
                <a:latin typeface="Arial"/>
                <a:ea typeface="Arial"/>
                <a:cs typeface="Arial"/>
              </a:defRPr>
            </a:defPPr>
            <a:lvl1pPr algn="l">
              <a:defRPr sz="1650" b="0">
                <a:solidFill>
                  <a:srgbClr val="536A61"/>
                </a:solidFill>
                <a:latin typeface="Arial"/>
                <a:ea typeface="Arial"/>
                <a:cs typeface="Arial"/>
              </a:defRPr>
            </a:lvl1pPr>
            <a:lvl2pPr algn="l">
              <a:defRPr sz="1650" b="0">
                <a:solidFill>
                  <a:srgbClr val="536A61"/>
                </a:solidFill>
                <a:latin typeface="Arial"/>
                <a:ea typeface="Arial"/>
                <a:cs typeface="Arial"/>
              </a:defRPr>
            </a:lvl2pPr>
            <a:lvl3pPr algn="l">
              <a:defRPr sz="1650" b="0">
                <a:solidFill>
                  <a:srgbClr val="536A61"/>
                </a:solidFill>
                <a:latin typeface="Arial"/>
                <a:ea typeface="Arial"/>
                <a:cs typeface="Arial"/>
              </a:defRPr>
            </a:lvl3pPr>
            <a:lvl4pPr algn="l">
              <a:defRPr sz="1650" b="0">
                <a:solidFill>
                  <a:srgbClr val="536A61"/>
                </a:solidFill>
                <a:latin typeface="Arial"/>
                <a:ea typeface="Arial"/>
                <a:cs typeface="Arial"/>
              </a:defRPr>
            </a:lvl4pPr>
            <a:lvl5pPr algn="l">
              <a:defRPr sz="1650" b="0">
                <a:solidFill>
                  <a:srgbClr val="536A61"/>
                </a:solidFill>
                <a:latin typeface="Arial"/>
                <a:ea typeface="Arial"/>
                <a:cs typeface="Arial"/>
              </a:defRPr>
            </a:lvl5pPr>
            <a:lvl6pPr algn="l">
              <a:defRPr sz="1650" b="0">
                <a:solidFill>
                  <a:srgbClr val="536A61"/>
                </a:solidFill>
                <a:latin typeface="Arial"/>
                <a:ea typeface="Arial"/>
                <a:cs typeface="Arial"/>
              </a:defRPr>
            </a:lvl6pPr>
            <a:lvl7pPr algn="l">
              <a:defRPr sz="1650" b="0">
                <a:solidFill>
                  <a:srgbClr val="536A61"/>
                </a:solidFill>
                <a:latin typeface="Arial"/>
                <a:ea typeface="Arial"/>
                <a:cs typeface="Arial"/>
              </a:defRPr>
            </a:lvl7pPr>
            <a:lvl8pPr algn="l">
              <a:defRPr sz="1650" b="0">
                <a:solidFill>
                  <a:srgbClr val="536A61"/>
                </a:solidFill>
                <a:latin typeface="Arial"/>
                <a:ea typeface="Arial"/>
                <a:cs typeface="Arial"/>
              </a:defRPr>
            </a:lvl8pPr>
            <a:lvl9pPr algn="l">
              <a:defRPr sz="1650" b="0">
                <a:solidFill>
                  <a:srgbClr val="536A61"/>
                </a:solidFill>
                <a:latin typeface="Arial"/>
                <a:ea typeface="Arial"/>
                <a:cs typeface="Arial"/>
              </a:defRPr>
            </a:lvl9pPr>
          </a:lstStyle>
          <a:p xmlns:a="http://schemas.openxmlformats.org/drawingml/2006/main">
            <a:pPr algn="l">
              <a:defRPr sz="1650" b="0">
                <a:solidFill>
                  <a:srgbClr val="536A61"/>
                </a:solidFill>
                <a:latin typeface="Arial"/>
                <a:ea typeface="Arial"/>
                <a:cs typeface="Arial"/>
              </a:defRPr>
            </a:pPr>
            <a:r>
              <a:rPr sz="1650" b="0">
                <a:solidFill>
                  <a:srgbClr val="536A61"/>
                </a:solidFill>
                <a:latin typeface="Arial"/>
                <a:ea typeface="Arial"/>
                <a:cs typeface="Arial"/>
              </a:rPr>
              <a:t>Enrolled learners receive a scoped LiveKit token. The room supports audio, video, and data-channel chat.</a:t>
            </a:r>
          </a:p>
        </p:txBody>
      </p:sp>
      <p:sp>
        <p:nvSpPr>
          <p:cNvPr id="7" name="text">
            <a:extLst xmlns:a="http://schemas.openxmlformats.org/drawingml/2006/main">
              <a:ext uri="{FF2B5EF4-FFF2-40B4-BE49-F238E27FC236}">
                <a16:creationId xmlns:a16="http://schemas.microsoft.com/office/drawing/2014/main" id="{0FD207F7-69D1-4B71-B22E-F03C9CB3011B}"/>
              </a:ext>
            </a:extLst>
          </p:cNvPr>
          <p:cNvSpPr>
            <a:spLocks xmlns:a="http://schemas.openxmlformats.org/drawingml/2006/main" noGrp="1"/>
          </p:cNvSpPr>
          <p:nvPr/>
        </p:nvSpPr>
        <p:spPr>
          <a:xfrm xmlns:a="http://schemas.openxmlformats.org/drawingml/2006/main">
            <a:off x="666750" y="414337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350" b="0">
                <a:solidFill>
                  <a:srgbClr val="C47958"/>
                </a:solidFill>
                <a:latin typeface="Arial"/>
                <a:ea typeface="Arial"/>
                <a:cs typeface="Arial"/>
              </a:defRPr>
            </a:defPPr>
            <a:lvl1pPr algn="l">
              <a:defRPr sz="1350" b="0">
                <a:solidFill>
                  <a:srgbClr val="C47958"/>
                </a:solidFill>
                <a:latin typeface="Arial"/>
                <a:ea typeface="Arial"/>
                <a:cs typeface="Arial"/>
              </a:defRPr>
            </a:lvl1pPr>
            <a:lvl2pPr algn="l">
              <a:defRPr sz="1350" b="0">
                <a:solidFill>
                  <a:srgbClr val="C47958"/>
                </a:solidFill>
                <a:latin typeface="Arial"/>
                <a:ea typeface="Arial"/>
                <a:cs typeface="Arial"/>
              </a:defRPr>
            </a:lvl2pPr>
            <a:lvl3pPr algn="l">
              <a:defRPr sz="1350" b="0">
                <a:solidFill>
                  <a:srgbClr val="C47958"/>
                </a:solidFill>
                <a:latin typeface="Arial"/>
                <a:ea typeface="Arial"/>
                <a:cs typeface="Arial"/>
              </a:defRPr>
            </a:lvl3pPr>
            <a:lvl4pPr algn="l">
              <a:defRPr sz="1350" b="0">
                <a:solidFill>
                  <a:srgbClr val="C47958"/>
                </a:solidFill>
                <a:latin typeface="Arial"/>
                <a:ea typeface="Arial"/>
                <a:cs typeface="Arial"/>
              </a:defRPr>
            </a:lvl4pPr>
            <a:lvl5pPr algn="l">
              <a:defRPr sz="1350" b="0">
                <a:solidFill>
                  <a:srgbClr val="C47958"/>
                </a:solidFill>
                <a:latin typeface="Arial"/>
                <a:ea typeface="Arial"/>
                <a:cs typeface="Arial"/>
              </a:defRPr>
            </a:lvl5pPr>
            <a:lvl6pPr algn="l">
              <a:defRPr sz="1350" b="0">
                <a:solidFill>
                  <a:srgbClr val="C47958"/>
                </a:solidFill>
                <a:latin typeface="Arial"/>
                <a:ea typeface="Arial"/>
                <a:cs typeface="Arial"/>
              </a:defRPr>
            </a:lvl6pPr>
            <a:lvl7pPr algn="l">
              <a:defRPr sz="1350" b="0">
                <a:solidFill>
                  <a:srgbClr val="C47958"/>
                </a:solidFill>
                <a:latin typeface="Arial"/>
                <a:ea typeface="Arial"/>
                <a:cs typeface="Arial"/>
              </a:defRPr>
            </a:lvl7pPr>
            <a:lvl8pPr algn="l">
              <a:defRPr sz="1350" b="0">
                <a:solidFill>
                  <a:srgbClr val="C47958"/>
                </a:solidFill>
                <a:latin typeface="Arial"/>
                <a:ea typeface="Arial"/>
                <a:cs typeface="Arial"/>
              </a:defRPr>
            </a:lvl8pPr>
            <a:lvl9pPr algn="l">
              <a:defRPr sz="1350" b="0">
                <a:solidFill>
                  <a:srgbClr val="C47958"/>
                </a:solidFill>
                <a:latin typeface="Arial"/>
                <a:ea typeface="Arial"/>
                <a:cs typeface="Arial"/>
              </a:defRPr>
            </a:lvl9pPr>
          </a:lstStyle>
          <a:p xmlns:a="http://schemas.openxmlformats.org/drawingml/2006/main">
            <a:pPr algn="l">
              <a:defRPr sz="1350" b="0">
                <a:solidFill>
                  <a:srgbClr val="C47958"/>
                </a:solidFill>
                <a:latin typeface="Arial"/>
                <a:ea typeface="Arial"/>
                <a:cs typeface="Arial"/>
              </a:defRPr>
            </a:pPr>
            <a:r>
              <a:rPr sz="1350" b="0">
                <a:solidFill>
                  <a:srgbClr val="C47958"/>
                </a:solidFill>
                <a:latin typeface="Arial"/>
                <a:ea typeface="Arial"/>
                <a:cs typeface="Arial"/>
              </a:rPr>
              <a:t>Provider credentials are absent in this local run; the interface marks room joining as unconfigured.</a:t>
            </a:r>
          </a:p>
        </p:txBody>
      </p:sp>
      <p:sp>
        <p:nvSpPr>
          <p:cNvPr id="8" name="">
            <a:extLst xmlns:a="http://schemas.openxmlformats.org/drawingml/2006/main">
              <a:ext uri="{FF2B5EF4-FFF2-40B4-BE49-F238E27FC236}">
                <a16:creationId xmlns:a16="http://schemas.microsoft.com/office/drawing/2014/main" id="{EB8DA12C-414D-465F-9D1B-D376CB3F67FF}"/>
              </a:ext>
            </a:extLst>
          </p:cNvPr>
          <p:cNvSpPr>
            <a:spLocks xmlns:a="http://schemas.openxmlformats.org/drawingml/2006/main" noGrp="1"/>
          </p:cNvSpPr>
          <p:nvPr/>
        </p:nvSpPr>
        <p:spPr>
          <a:xfrm xmlns:a="http://schemas.openxmlformats.org/drawingml/2006/main">
            <a:off x="5905500" y="1524000"/>
            <a:ext cx="19050" cy="3981450"/>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624D2D8D-40F4-4E6C-A574-39B818A20B4B}"/>
              </a:ext>
            </a:extLst>
          </p:cNvPr>
          <p:cNvSpPr>
            <a:spLocks xmlns:a="http://schemas.openxmlformats.org/drawingml/2006/main" noGrp="1"/>
          </p:cNvSpPr>
          <p:nvPr/>
        </p:nvSpPr>
        <p:spPr>
          <a:xfrm xmlns:a="http://schemas.openxmlformats.org/drawingml/2006/main">
            <a:off x="6477000" y="15240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REVENUE LEDGER</a:t>
            </a:r>
          </a:p>
        </p:txBody>
      </p:sp>
      <p:sp>
        <p:nvSpPr>
          <p:cNvPr id="10" name="text">
            <a:extLst xmlns:a="http://schemas.openxmlformats.org/drawingml/2006/main">
              <a:ext uri="{FF2B5EF4-FFF2-40B4-BE49-F238E27FC236}">
                <a16:creationId xmlns:a16="http://schemas.microsoft.com/office/drawing/2014/main" id="{42328B4C-D19F-4F59-A1E0-70F487E01B85}"/>
              </a:ext>
            </a:extLst>
          </p:cNvPr>
          <p:cNvSpPr>
            <a:spLocks xmlns:a="http://schemas.openxmlformats.org/drawingml/2006/main" noGrp="1"/>
          </p:cNvSpPr>
          <p:nvPr/>
        </p:nvSpPr>
        <p:spPr>
          <a:xfrm xmlns:a="http://schemas.openxmlformats.org/drawingml/2006/main">
            <a:off x="6477000" y="20478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250" b="1">
                <a:solidFill>
                  <a:srgbClr val="1D332D"/>
                </a:solidFill>
                <a:latin typeface="Arial"/>
                <a:ea typeface="Arial"/>
                <a:cs typeface="Arial"/>
              </a:defRPr>
            </a:defPPr>
            <a:lvl1pPr algn="l">
              <a:defRPr sz="2250" b="1">
                <a:solidFill>
                  <a:srgbClr val="1D332D"/>
                </a:solidFill>
                <a:latin typeface="Arial"/>
                <a:ea typeface="Arial"/>
                <a:cs typeface="Arial"/>
              </a:defRPr>
            </a:lvl1pPr>
            <a:lvl2pPr algn="l">
              <a:defRPr sz="2250" b="1">
                <a:solidFill>
                  <a:srgbClr val="1D332D"/>
                </a:solidFill>
                <a:latin typeface="Arial"/>
                <a:ea typeface="Arial"/>
                <a:cs typeface="Arial"/>
              </a:defRPr>
            </a:lvl2pPr>
            <a:lvl3pPr algn="l">
              <a:defRPr sz="2250" b="1">
                <a:solidFill>
                  <a:srgbClr val="1D332D"/>
                </a:solidFill>
                <a:latin typeface="Arial"/>
                <a:ea typeface="Arial"/>
                <a:cs typeface="Arial"/>
              </a:defRPr>
            </a:lvl3pPr>
            <a:lvl4pPr algn="l">
              <a:defRPr sz="2250" b="1">
                <a:solidFill>
                  <a:srgbClr val="1D332D"/>
                </a:solidFill>
                <a:latin typeface="Arial"/>
                <a:ea typeface="Arial"/>
                <a:cs typeface="Arial"/>
              </a:defRPr>
            </a:lvl4pPr>
            <a:lvl5pPr algn="l">
              <a:defRPr sz="2250" b="1">
                <a:solidFill>
                  <a:srgbClr val="1D332D"/>
                </a:solidFill>
                <a:latin typeface="Arial"/>
                <a:ea typeface="Arial"/>
                <a:cs typeface="Arial"/>
              </a:defRPr>
            </a:lvl5pPr>
            <a:lvl6pPr algn="l">
              <a:defRPr sz="2250" b="1">
                <a:solidFill>
                  <a:srgbClr val="1D332D"/>
                </a:solidFill>
                <a:latin typeface="Arial"/>
                <a:ea typeface="Arial"/>
                <a:cs typeface="Arial"/>
              </a:defRPr>
            </a:lvl6pPr>
            <a:lvl7pPr algn="l">
              <a:defRPr sz="2250" b="1">
                <a:solidFill>
                  <a:srgbClr val="1D332D"/>
                </a:solidFill>
                <a:latin typeface="Arial"/>
                <a:ea typeface="Arial"/>
                <a:cs typeface="Arial"/>
              </a:defRPr>
            </a:lvl7pPr>
            <a:lvl8pPr algn="l">
              <a:defRPr sz="2250" b="1">
                <a:solidFill>
                  <a:srgbClr val="1D332D"/>
                </a:solidFill>
                <a:latin typeface="Arial"/>
                <a:ea typeface="Arial"/>
                <a:cs typeface="Arial"/>
              </a:defRPr>
            </a:lvl8pPr>
            <a:lvl9pPr algn="l">
              <a:defRPr sz="2250" b="1">
                <a:solidFill>
                  <a:srgbClr val="1D332D"/>
                </a:solidFill>
                <a:latin typeface="Arial"/>
                <a:ea typeface="Arial"/>
                <a:cs typeface="Arial"/>
              </a:defRPr>
            </a:lvl9pPr>
          </a:lstStyle>
          <a:p xmlns:a="http://schemas.openxmlformats.org/drawingml/2006/main">
            <a:pPr algn="l">
              <a:defRPr sz="2250" b="1">
                <a:solidFill>
                  <a:srgbClr val="1D332D"/>
                </a:solidFill>
                <a:latin typeface="Arial"/>
                <a:ea typeface="Arial"/>
                <a:cs typeface="Arial"/>
              </a:defRPr>
            </a:pPr>
            <a:r>
              <a:rPr sz="2250" b="1">
                <a:solidFill>
                  <a:srgbClr val="1D332D"/>
                </a:solidFill>
                <a:latin typeface="Arial"/>
                <a:ea typeface="Arial"/>
                <a:cs typeface="Arial"/>
              </a:rPr>
              <a:t>Stripe test Checkout</a:t>
            </a:r>
          </a:p>
        </p:txBody>
      </p:sp>
      <p:sp>
        <p:nvSpPr>
          <p:cNvPr id="11" name="text">
            <a:extLst xmlns:a="http://schemas.openxmlformats.org/drawingml/2006/main">
              <a:ext uri="{FF2B5EF4-FFF2-40B4-BE49-F238E27FC236}">
                <a16:creationId xmlns:a16="http://schemas.microsoft.com/office/drawing/2014/main" id="{0C0D50DE-B527-48F9-B475-F41DBBE7E510}"/>
              </a:ext>
            </a:extLst>
          </p:cNvPr>
          <p:cNvSpPr>
            <a:spLocks xmlns:a="http://schemas.openxmlformats.org/drawingml/2006/main" noGrp="1"/>
          </p:cNvSpPr>
          <p:nvPr/>
        </p:nvSpPr>
        <p:spPr>
          <a:xfrm xmlns:a="http://schemas.openxmlformats.org/drawingml/2006/main">
            <a:off x="6477000" y="2647950"/>
            <a:ext cx="4333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36A61"/>
                </a:solidFill>
                <a:latin typeface="Arial"/>
                <a:ea typeface="Arial"/>
                <a:cs typeface="Arial"/>
              </a:defRPr>
            </a:defPPr>
            <a:lvl1pPr algn="l">
              <a:defRPr sz="1650" b="0">
                <a:solidFill>
                  <a:srgbClr val="536A61"/>
                </a:solidFill>
                <a:latin typeface="Arial"/>
                <a:ea typeface="Arial"/>
                <a:cs typeface="Arial"/>
              </a:defRPr>
            </a:lvl1pPr>
            <a:lvl2pPr algn="l">
              <a:defRPr sz="1650" b="0">
                <a:solidFill>
                  <a:srgbClr val="536A61"/>
                </a:solidFill>
                <a:latin typeface="Arial"/>
                <a:ea typeface="Arial"/>
                <a:cs typeface="Arial"/>
              </a:defRPr>
            </a:lvl2pPr>
            <a:lvl3pPr algn="l">
              <a:defRPr sz="1650" b="0">
                <a:solidFill>
                  <a:srgbClr val="536A61"/>
                </a:solidFill>
                <a:latin typeface="Arial"/>
                <a:ea typeface="Arial"/>
                <a:cs typeface="Arial"/>
              </a:defRPr>
            </a:lvl3pPr>
            <a:lvl4pPr algn="l">
              <a:defRPr sz="1650" b="0">
                <a:solidFill>
                  <a:srgbClr val="536A61"/>
                </a:solidFill>
                <a:latin typeface="Arial"/>
                <a:ea typeface="Arial"/>
                <a:cs typeface="Arial"/>
              </a:defRPr>
            </a:lvl4pPr>
            <a:lvl5pPr algn="l">
              <a:defRPr sz="1650" b="0">
                <a:solidFill>
                  <a:srgbClr val="536A61"/>
                </a:solidFill>
                <a:latin typeface="Arial"/>
                <a:ea typeface="Arial"/>
                <a:cs typeface="Arial"/>
              </a:defRPr>
            </a:lvl5pPr>
            <a:lvl6pPr algn="l">
              <a:defRPr sz="1650" b="0">
                <a:solidFill>
                  <a:srgbClr val="536A61"/>
                </a:solidFill>
                <a:latin typeface="Arial"/>
                <a:ea typeface="Arial"/>
                <a:cs typeface="Arial"/>
              </a:defRPr>
            </a:lvl6pPr>
            <a:lvl7pPr algn="l">
              <a:defRPr sz="1650" b="0">
                <a:solidFill>
                  <a:srgbClr val="536A61"/>
                </a:solidFill>
                <a:latin typeface="Arial"/>
                <a:ea typeface="Arial"/>
                <a:cs typeface="Arial"/>
              </a:defRPr>
            </a:lvl7pPr>
            <a:lvl8pPr algn="l">
              <a:defRPr sz="1650" b="0">
                <a:solidFill>
                  <a:srgbClr val="536A61"/>
                </a:solidFill>
                <a:latin typeface="Arial"/>
                <a:ea typeface="Arial"/>
                <a:cs typeface="Arial"/>
              </a:defRPr>
            </a:lvl8pPr>
            <a:lvl9pPr algn="l">
              <a:defRPr sz="1650" b="0">
                <a:solidFill>
                  <a:srgbClr val="536A61"/>
                </a:solidFill>
                <a:latin typeface="Arial"/>
                <a:ea typeface="Arial"/>
                <a:cs typeface="Arial"/>
              </a:defRPr>
            </a:lvl9pPr>
          </a:lstStyle>
          <a:p xmlns:a="http://schemas.openxmlformats.org/drawingml/2006/main">
            <a:pPr algn="l">
              <a:defRPr sz="1650" b="0">
                <a:solidFill>
                  <a:srgbClr val="536A61"/>
                </a:solidFill>
                <a:latin typeface="Arial"/>
                <a:ea typeface="Arial"/>
                <a:cs typeface="Arial"/>
              </a:defRPr>
            </a:pPr>
            <a:r>
              <a:rPr sz="1650" b="0">
                <a:solidFill>
                  <a:srgbClr val="536A61"/>
                </a:solidFill>
                <a:latin typeface="Arial"/>
                <a:ea typeface="Arial"/>
                <a:cs typeface="Arial"/>
              </a:rPr>
              <a:t>Webhook confirmation records the payment and unlocks the enrollment.</a:t>
            </a:r>
          </a:p>
        </p:txBody>
      </p:sp>
      <p:sp>
        <p:nvSpPr>
          <p:cNvPr id="12" name="text">
            <a:extLst xmlns:a="http://schemas.openxmlformats.org/drawingml/2006/main">
              <a:ext uri="{FF2B5EF4-FFF2-40B4-BE49-F238E27FC236}">
                <a16:creationId xmlns:a16="http://schemas.microsoft.com/office/drawing/2014/main" id="{98BEF824-8EC2-4871-ADF7-AE94C5926D98}"/>
              </a:ext>
            </a:extLst>
          </p:cNvPr>
          <p:cNvSpPr>
            <a:spLocks xmlns:a="http://schemas.openxmlformats.org/drawingml/2006/main" noGrp="1"/>
          </p:cNvSpPr>
          <p:nvPr/>
        </p:nvSpPr>
        <p:spPr>
          <a:xfrm xmlns:a="http://schemas.openxmlformats.org/drawingml/2006/main">
            <a:off x="6477000" y="37623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00" b="1">
                <a:solidFill>
                  <a:srgbClr val="1D332D"/>
                </a:solidFill>
                <a:latin typeface="Arial"/>
                <a:ea typeface="Arial"/>
                <a:cs typeface="Arial"/>
              </a:defRPr>
            </a:defPPr>
            <a:lvl1pPr algn="l">
              <a:defRPr sz="1500" b="1">
                <a:solidFill>
                  <a:srgbClr val="1D332D"/>
                </a:solidFill>
                <a:latin typeface="Arial"/>
                <a:ea typeface="Arial"/>
                <a:cs typeface="Arial"/>
              </a:defRPr>
            </a:lvl1pPr>
            <a:lvl2pPr algn="l">
              <a:defRPr sz="1500" b="1">
                <a:solidFill>
                  <a:srgbClr val="1D332D"/>
                </a:solidFill>
                <a:latin typeface="Arial"/>
                <a:ea typeface="Arial"/>
                <a:cs typeface="Arial"/>
              </a:defRPr>
            </a:lvl2pPr>
            <a:lvl3pPr algn="l">
              <a:defRPr sz="1500" b="1">
                <a:solidFill>
                  <a:srgbClr val="1D332D"/>
                </a:solidFill>
                <a:latin typeface="Arial"/>
                <a:ea typeface="Arial"/>
                <a:cs typeface="Arial"/>
              </a:defRPr>
            </a:lvl3pPr>
            <a:lvl4pPr algn="l">
              <a:defRPr sz="1500" b="1">
                <a:solidFill>
                  <a:srgbClr val="1D332D"/>
                </a:solidFill>
                <a:latin typeface="Arial"/>
                <a:ea typeface="Arial"/>
                <a:cs typeface="Arial"/>
              </a:defRPr>
            </a:lvl4pPr>
            <a:lvl5pPr algn="l">
              <a:defRPr sz="1500" b="1">
                <a:solidFill>
                  <a:srgbClr val="1D332D"/>
                </a:solidFill>
                <a:latin typeface="Arial"/>
                <a:ea typeface="Arial"/>
                <a:cs typeface="Arial"/>
              </a:defRPr>
            </a:lvl5pPr>
            <a:lvl6pPr algn="l">
              <a:defRPr sz="1500" b="1">
                <a:solidFill>
                  <a:srgbClr val="1D332D"/>
                </a:solidFill>
                <a:latin typeface="Arial"/>
                <a:ea typeface="Arial"/>
                <a:cs typeface="Arial"/>
              </a:defRPr>
            </a:lvl6pPr>
            <a:lvl7pPr algn="l">
              <a:defRPr sz="1500" b="1">
                <a:solidFill>
                  <a:srgbClr val="1D332D"/>
                </a:solidFill>
                <a:latin typeface="Arial"/>
                <a:ea typeface="Arial"/>
                <a:cs typeface="Arial"/>
              </a:defRPr>
            </a:lvl7pPr>
            <a:lvl8pPr algn="l">
              <a:defRPr sz="1500" b="1">
                <a:solidFill>
                  <a:srgbClr val="1D332D"/>
                </a:solidFill>
                <a:latin typeface="Arial"/>
                <a:ea typeface="Arial"/>
                <a:cs typeface="Arial"/>
              </a:defRPr>
            </a:lvl8pPr>
            <a:lvl9pPr algn="l">
              <a:defRPr sz="1500" b="1">
                <a:solidFill>
                  <a:srgbClr val="1D332D"/>
                </a:solidFill>
                <a:latin typeface="Arial"/>
                <a:ea typeface="Arial"/>
                <a:cs typeface="Arial"/>
              </a:defRPr>
            </a:lvl9pPr>
          </a:lstStyle>
          <a:p xmlns:a="http://schemas.openxmlformats.org/drawingml/2006/main">
            <a:pPr algn="l">
              <a:defRPr sz="1500" b="1">
                <a:solidFill>
                  <a:srgbClr val="1D332D"/>
                </a:solidFill>
                <a:latin typeface="Arial"/>
                <a:ea typeface="Arial"/>
                <a:cs typeface="Arial"/>
              </a:defRPr>
            </a:pPr>
            <a:r>
              <a:rPr sz="1500" b="1">
                <a:solidFill>
                  <a:srgbClr val="1D332D"/>
                </a:solidFill>
                <a:latin typeface="Arial"/>
                <a:ea typeface="Arial"/>
                <a:cs typeface="Arial"/>
              </a:rPr>
              <a:t>Payment gross</a:t>
            </a:r>
          </a:p>
        </p:txBody>
      </p:sp>
      <p:sp>
        <p:nvSpPr>
          <p:cNvPr id="13" name="text">
            <a:extLst xmlns:a="http://schemas.openxmlformats.org/drawingml/2006/main">
              <a:ext uri="{FF2B5EF4-FFF2-40B4-BE49-F238E27FC236}">
                <a16:creationId xmlns:a16="http://schemas.microsoft.com/office/drawing/2014/main" id="{C282B409-FD5D-4525-90A5-270E4340196C}"/>
              </a:ext>
            </a:extLst>
          </p:cNvPr>
          <p:cNvSpPr>
            <a:spLocks xmlns:a="http://schemas.openxmlformats.org/drawingml/2006/main" noGrp="1"/>
          </p:cNvSpPr>
          <p:nvPr/>
        </p:nvSpPr>
        <p:spPr>
          <a:xfrm xmlns:a="http://schemas.openxmlformats.org/drawingml/2006/main">
            <a:off x="6477000" y="4191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00" b="0">
                <a:solidFill>
                  <a:srgbClr val="1D332D"/>
                </a:solidFill>
                <a:latin typeface="Arial"/>
                <a:ea typeface="Arial"/>
                <a:cs typeface="Arial"/>
              </a:defRPr>
            </a:defPPr>
            <a:lvl1pPr algn="l">
              <a:defRPr sz="1500" b="0">
                <a:solidFill>
                  <a:srgbClr val="1D332D"/>
                </a:solidFill>
                <a:latin typeface="Arial"/>
                <a:ea typeface="Arial"/>
                <a:cs typeface="Arial"/>
              </a:defRPr>
            </a:lvl1pPr>
            <a:lvl2pPr algn="l">
              <a:defRPr sz="1500" b="0">
                <a:solidFill>
                  <a:srgbClr val="1D332D"/>
                </a:solidFill>
                <a:latin typeface="Arial"/>
                <a:ea typeface="Arial"/>
                <a:cs typeface="Arial"/>
              </a:defRPr>
            </a:lvl2pPr>
            <a:lvl3pPr algn="l">
              <a:defRPr sz="1500" b="0">
                <a:solidFill>
                  <a:srgbClr val="1D332D"/>
                </a:solidFill>
                <a:latin typeface="Arial"/>
                <a:ea typeface="Arial"/>
                <a:cs typeface="Arial"/>
              </a:defRPr>
            </a:lvl3pPr>
            <a:lvl4pPr algn="l">
              <a:defRPr sz="1500" b="0">
                <a:solidFill>
                  <a:srgbClr val="1D332D"/>
                </a:solidFill>
                <a:latin typeface="Arial"/>
                <a:ea typeface="Arial"/>
                <a:cs typeface="Arial"/>
              </a:defRPr>
            </a:lvl4pPr>
            <a:lvl5pPr algn="l">
              <a:defRPr sz="1500" b="0">
                <a:solidFill>
                  <a:srgbClr val="1D332D"/>
                </a:solidFill>
                <a:latin typeface="Arial"/>
                <a:ea typeface="Arial"/>
                <a:cs typeface="Arial"/>
              </a:defRPr>
            </a:lvl5pPr>
            <a:lvl6pPr algn="l">
              <a:defRPr sz="1500" b="0">
                <a:solidFill>
                  <a:srgbClr val="1D332D"/>
                </a:solidFill>
                <a:latin typeface="Arial"/>
                <a:ea typeface="Arial"/>
                <a:cs typeface="Arial"/>
              </a:defRPr>
            </a:lvl6pPr>
            <a:lvl7pPr algn="l">
              <a:defRPr sz="1500" b="0">
                <a:solidFill>
                  <a:srgbClr val="1D332D"/>
                </a:solidFill>
                <a:latin typeface="Arial"/>
                <a:ea typeface="Arial"/>
                <a:cs typeface="Arial"/>
              </a:defRPr>
            </a:lvl7pPr>
            <a:lvl8pPr algn="l">
              <a:defRPr sz="1500" b="0">
                <a:solidFill>
                  <a:srgbClr val="1D332D"/>
                </a:solidFill>
                <a:latin typeface="Arial"/>
                <a:ea typeface="Arial"/>
                <a:cs typeface="Arial"/>
              </a:defRPr>
            </a:lvl8pPr>
            <a:lvl9pPr algn="l">
              <a:defRPr sz="1500" b="0">
                <a:solidFill>
                  <a:srgbClr val="1D332D"/>
                </a:solidFill>
                <a:latin typeface="Arial"/>
                <a:ea typeface="Arial"/>
                <a:cs typeface="Arial"/>
              </a:defRPr>
            </a:lvl9pPr>
          </a:lstStyle>
          <a:p xmlns:a="http://schemas.openxmlformats.org/drawingml/2006/main">
            <a:pPr algn="l">
              <a:defRPr sz="1500" b="0">
                <a:solidFill>
                  <a:srgbClr val="1D332D"/>
                </a:solidFill>
                <a:latin typeface="Arial"/>
                <a:ea typeface="Arial"/>
                <a:cs typeface="Arial"/>
              </a:defRPr>
            </a:pPr>
            <a:r>
              <a:rPr sz="1500" b="0">
                <a:solidFill>
                  <a:srgbClr val="1D332D"/>
                </a:solidFill>
                <a:latin typeface="Arial"/>
                <a:ea typeface="Arial"/>
                <a:cs typeface="Arial"/>
              </a:rPr>
              <a:t>− platform fee</a:t>
            </a:r>
          </a:p>
        </p:txBody>
      </p:sp>
      <p:sp>
        <p:nvSpPr>
          <p:cNvPr id="14" name="text">
            <a:extLst xmlns:a="http://schemas.openxmlformats.org/drawingml/2006/main">
              <a:ext uri="{FF2B5EF4-FFF2-40B4-BE49-F238E27FC236}">
                <a16:creationId xmlns:a16="http://schemas.microsoft.com/office/drawing/2014/main" id="{31C8B103-CF04-44B6-A4CA-949F47D12B7A}"/>
              </a:ext>
            </a:extLst>
          </p:cNvPr>
          <p:cNvSpPr>
            <a:spLocks xmlns:a="http://schemas.openxmlformats.org/drawingml/2006/main" noGrp="1"/>
          </p:cNvSpPr>
          <p:nvPr/>
        </p:nvSpPr>
        <p:spPr>
          <a:xfrm xmlns:a="http://schemas.openxmlformats.org/drawingml/2006/main">
            <a:off x="6477000" y="46196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00" b="1">
                <a:solidFill>
                  <a:srgbClr val="315B4A"/>
                </a:solidFill>
                <a:latin typeface="Arial"/>
                <a:ea typeface="Arial"/>
                <a:cs typeface="Arial"/>
              </a:defRPr>
            </a:defPPr>
            <a:lvl1pPr algn="l">
              <a:defRPr sz="1500" b="1">
                <a:solidFill>
                  <a:srgbClr val="315B4A"/>
                </a:solidFill>
                <a:latin typeface="Arial"/>
                <a:ea typeface="Arial"/>
                <a:cs typeface="Arial"/>
              </a:defRPr>
            </a:lvl1pPr>
            <a:lvl2pPr algn="l">
              <a:defRPr sz="1500" b="1">
                <a:solidFill>
                  <a:srgbClr val="315B4A"/>
                </a:solidFill>
                <a:latin typeface="Arial"/>
                <a:ea typeface="Arial"/>
                <a:cs typeface="Arial"/>
              </a:defRPr>
            </a:lvl2pPr>
            <a:lvl3pPr algn="l">
              <a:defRPr sz="1500" b="1">
                <a:solidFill>
                  <a:srgbClr val="315B4A"/>
                </a:solidFill>
                <a:latin typeface="Arial"/>
                <a:ea typeface="Arial"/>
                <a:cs typeface="Arial"/>
              </a:defRPr>
            </a:lvl3pPr>
            <a:lvl4pPr algn="l">
              <a:defRPr sz="1500" b="1">
                <a:solidFill>
                  <a:srgbClr val="315B4A"/>
                </a:solidFill>
                <a:latin typeface="Arial"/>
                <a:ea typeface="Arial"/>
                <a:cs typeface="Arial"/>
              </a:defRPr>
            </a:lvl4pPr>
            <a:lvl5pPr algn="l">
              <a:defRPr sz="1500" b="1">
                <a:solidFill>
                  <a:srgbClr val="315B4A"/>
                </a:solidFill>
                <a:latin typeface="Arial"/>
                <a:ea typeface="Arial"/>
                <a:cs typeface="Arial"/>
              </a:defRPr>
            </a:lvl5pPr>
            <a:lvl6pPr algn="l">
              <a:defRPr sz="1500" b="1">
                <a:solidFill>
                  <a:srgbClr val="315B4A"/>
                </a:solidFill>
                <a:latin typeface="Arial"/>
                <a:ea typeface="Arial"/>
                <a:cs typeface="Arial"/>
              </a:defRPr>
            </a:lvl6pPr>
            <a:lvl7pPr algn="l">
              <a:defRPr sz="1500" b="1">
                <a:solidFill>
                  <a:srgbClr val="315B4A"/>
                </a:solidFill>
                <a:latin typeface="Arial"/>
                <a:ea typeface="Arial"/>
                <a:cs typeface="Arial"/>
              </a:defRPr>
            </a:lvl7pPr>
            <a:lvl8pPr algn="l">
              <a:defRPr sz="1500" b="1">
                <a:solidFill>
                  <a:srgbClr val="315B4A"/>
                </a:solidFill>
                <a:latin typeface="Arial"/>
                <a:ea typeface="Arial"/>
                <a:cs typeface="Arial"/>
              </a:defRPr>
            </a:lvl8pPr>
            <a:lvl9pPr algn="l">
              <a:defRPr sz="1500" b="1">
                <a:solidFill>
                  <a:srgbClr val="315B4A"/>
                </a:solidFill>
                <a:latin typeface="Arial"/>
                <a:ea typeface="Arial"/>
                <a:cs typeface="Arial"/>
              </a:defRPr>
            </a:lvl9pPr>
          </a:lstStyle>
          <a:p xmlns:a="http://schemas.openxmlformats.org/drawingml/2006/main">
            <a:pPr algn="l">
              <a:defRPr sz="1500" b="1">
                <a:solidFill>
                  <a:srgbClr val="315B4A"/>
                </a:solidFill>
                <a:latin typeface="Arial"/>
                <a:ea typeface="Arial"/>
                <a:cs typeface="Arial"/>
              </a:defRPr>
            </a:pPr>
            <a:r>
              <a:rPr sz="1500" b="1">
                <a:solidFill>
                  <a:srgbClr val="315B4A"/>
                </a:solidFill>
                <a:latin typeface="Arial"/>
                <a:ea typeface="Arial"/>
                <a:cs typeface="Arial"/>
              </a:rPr>
              <a:t>= instructor net</a:t>
            </a:r>
          </a:p>
        </p:txBody>
      </p:sp>
      <p:sp>
        <p:nvSpPr>
          <p:cNvPr id="15" name="text">
            <a:extLst xmlns:a="http://schemas.openxmlformats.org/drawingml/2006/main">
              <a:ext uri="{FF2B5EF4-FFF2-40B4-BE49-F238E27FC236}">
                <a16:creationId xmlns:a16="http://schemas.microsoft.com/office/drawing/2014/main" id="{F72DC389-360D-4969-8A85-BC23E635EB7B}"/>
              </a:ext>
            </a:extLst>
          </p:cNvPr>
          <p:cNvSpPr>
            <a:spLocks xmlns:a="http://schemas.openxmlformats.org/drawingml/2006/main" noGrp="1"/>
          </p:cNvSpPr>
          <p:nvPr/>
        </p:nvSpPr>
        <p:spPr>
          <a:xfrm xmlns:a="http://schemas.openxmlformats.org/drawingml/2006/main">
            <a:off x="6477000" y="5191125"/>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Demo-only mock confirmation is available only when DEMO_MODE is enabled.</a:t>
            </a:r>
          </a:p>
        </p:txBody>
      </p:sp>
    </p:spTree>
    <p:extLst>
      <p:ext uri="{BB962C8B-B14F-4D97-AF65-F5344CB8AC3E}">
        <p14:creationId xmlns:p14="http://schemas.microsoft.com/office/powerpoint/2010/main" val="1418502231"/>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CFDDA0FB-0E07-40CF-8D68-A0CBB1BA6271}"/>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Measured results from the local run</a:t>
            </a:r>
          </a:p>
        </p:txBody>
      </p:sp>
      <p:sp>
        <p:nvSpPr>
          <p:cNvPr id="2" name="">
            <a:extLst xmlns:a="http://schemas.openxmlformats.org/drawingml/2006/main">
              <a:ext uri="{FF2B5EF4-FFF2-40B4-BE49-F238E27FC236}">
                <a16:creationId xmlns:a16="http://schemas.microsoft.com/office/drawing/2014/main" id="{8C02FA84-B50F-4B01-B6F9-52F7C8564243}"/>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829089E3-D95F-4C25-8D52-756DC70FD4E3}"/>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07:30–08:30</a:t>
            </a:r>
          </a:p>
        </p:txBody>
      </p:sp>
      <p:sp>
        <p:nvSpPr>
          <p:cNvPr id="4" name="text">
            <a:extLst xmlns:a="http://schemas.openxmlformats.org/drawingml/2006/main">
              <a:ext uri="{FF2B5EF4-FFF2-40B4-BE49-F238E27FC236}">
                <a16:creationId xmlns:a16="http://schemas.microsoft.com/office/drawing/2014/main" id="{1CB1D6EB-5C6C-4CB1-8800-B8804AFCA7F8}"/>
              </a:ext>
            </a:extLst>
          </p:cNvPr>
          <p:cNvSpPr>
            <a:spLocks xmlns:a="http://schemas.openxmlformats.org/drawingml/2006/main" noGrp="1"/>
          </p:cNvSpPr>
          <p:nvPr/>
        </p:nvSpPr>
        <p:spPr>
          <a:xfrm xmlns:a="http://schemas.openxmlformats.org/drawingml/2006/main">
            <a:off x="666750" y="15811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315B4A"/>
                </a:solidFill>
                <a:latin typeface="Arial"/>
                <a:ea typeface="Arial"/>
                <a:cs typeface="Arial"/>
              </a:defRPr>
            </a:defPPr>
            <a:lvl1pPr algn="l">
              <a:defRPr sz="3150" b="1">
                <a:solidFill>
                  <a:srgbClr val="315B4A"/>
                </a:solidFill>
                <a:latin typeface="Arial"/>
                <a:ea typeface="Arial"/>
                <a:cs typeface="Arial"/>
              </a:defRPr>
            </a:lvl1pPr>
            <a:lvl2pPr algn="l">
              <a:defRPr sz="3150" b="1">
                <a:solidFill>
                  <a:srgbClr val="315B4A"/>
                </a:solidFill>
                <a:latin typeface="Arial"/>
                <a:ea typeface="Arial"/>
                <a:cs typeface="Arial"/>
              </a:defRPr>
            </a:lvl2pPr>
            <a:lvl3pPr algn="l">
              <a:defRPr sz="3150" b="1">
                <a:solidFill>
                  <a:srgbClr val="315B4A"/>
                </a:solidFill>
                <a:latin typeface="Arial"/>
                <a:ea typeface="Arial"/>
                <a:cs typeface="Arial"/>
              </a:defRPr>
            </a:lvl3pPr>
            <a:lvl4pPr algn="l">
              <a:defRPr sz="3150" b="1">
                <a:solidFill>
                  <a:srgbClr val="315B4A"/>
                </a:solidFill>
                <a:latin typeface="Arial"/>
                <a:ea typeface="Arial"/>
                <a:cs typeface="Arial"/>
              </a:defRPr>
            </a:lvl4pPr>
            <a:lvl5pPr algn="l">
              <a:defRPr sz="3150" b="1">
                <a:solidFill>
                  <a:srgbClr val="315B4A"/>
                </a:solidFill>
                <a:latin typeface="Arial"/>
                <a:ea typeface="Arial"/>
                <a:cs typeface="Arial"/>
              </a:defRPr>
            </a:lvl5pPr>
            <a:lvl6pPr algn="l">
              <a:defRPr sz="3150" b="1">
                <a:solidFill>
                  <a:srgbClr val="315B4A"/>
                </a:solidFill>
                <a:latin typeface="Arial"/>
                <a:ea typeface="Arial"/>
                <a:cs typeface="Arial"/>
              </a:defRPr>
            </a:lvl6pPr>
            <a:lvl7pPr algn="l">
              <a:defRPr sz="3150" b="1">
                <a:solidFill>
                  <a:srgbClr val="315B4A"/>
                </a:solidFill>
                <a:latin typeface="Arial"/>
                <a:ea typeface="Arial"/>
                <a:cs typeface="Arial"/>
              </a:defRPr>
            </a:lvl7pPr>
            <a:lvl8pPr algn="l">
              <a:defRPr sz="3150" b="1">
                <a:solidFill>
                  <a:srgbClr val="315B4A"/>
                </a:solidFill>
                <a:latin typeface="Arial"/>
                <a:ea typeface="Arial"/>
                <a:cs typeface="Arial"/>
              </a:defRPr>
            </a:lvl8pPr>
            <a:lvl9pPr algn="l">
              <a:defRPr sz="3150" b="1">
                <a:solidFill>
                  <a:srgbClr val="315B4A"/>
                </a:solidFill>
                <a:latin typeface="Arial"/>
                <a:ea typeface="Arial"/>
                <a:cs typeface="Arial"/>
              </a:defRPr>
            </a:lvl9pPr>
          </a:lstStyle>
          <a:p xmlns:a="http://schemas.openxmlformats.org/drawingml/2006/main">
            <a:pPr algn="l">
              <a:defRPr sz="3150" b="1">
                <a:solidFill>
                  <a:srgbClr val="315B4A"/>
                </a:solidFill>
                <a:latin typeface="Arial"/>
                <a:ea typeface="Arial"/>
                <a:cs typeface="Arial"/>
              </a:defRPr>
            </a:pPr>
            <a:r>
              <a:rPr sz="3150" b="1">
                <a:solidFill>
                  <a:srgbClr val="315B4A"/>
                </a:solidFill>
                <a:latin typeface="Arial"/>
                <a:ea typeface="Arial"/>
                <a:cs typeface="Arial"/>
              </a:rPr>
              <a:t>12 / 12</a:t>
            </a:r>
          </a:p>
        </p:txBody>
      </p:sp>
      <p:sp>
        <p:nvSpPr>
          <p:cNvPr id="5" name="text">
            <a:extLst xmlns:a="http://schemas.openxmlformats.org/drawingml/2006/main">
              <a:ext uri="{FF2B5EF4-FFF2-40B4-BE49-F238E27FC236}">
                <a16:creationId xmlns:a16="http://schemas.microsoft.com/office/drawing/2014/main" id="{ED8CA2CA-3E71-4850-A30A-87A9E5314CDB}"/>
              </a:ext>
            </a:extLst>
          </p:cNvPr>
          <p:cNvSpPr>
            <a:spLocks xmlns:a="http://schemas.openxmlformats.org/drawingml/2006/main" noGrp="1"/>
          </p:cNvSpPr>
          <p:nvPr/>
        </p:nvSpPr>
        <p:spPr>
          <a:xfrm xmlns:a="http://schemas.openxmlformats.org/drawingml/2006/main">
            <a:off x="666750" y="226695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1">
                <a:solidFill>
                  <a:srgbClr val="1D332D"/>
                </a:solidFill>
                <a:latin typeface="Arial"/>
                <a:ea typeface="Arial"/>
                <a:cs typeface="Arial"/>
              </a:defRPr>
            </a:defPPr>
            <a:lvl1pPr algn="l">
              <a:defRPr sz="1575" b="1">
                <a:solidFill>
                  <a:srgbClr val="1D332D"/>
                </a:solidFill>
                <a:latin typeface="Arial"/>
                <a:ea typeface="Arial"/>
                <a:cs typeface="Arial"/>
              </a:defRPr>
            </a:lvl1pPr>
            <a:lvl2pPr algn="l">
              <a:defRPr sz="1575" b="1">
                <a:solidFill>
                  <a:srgbClr val="1D332D"/>
                </a:solidFill>
                <a:latin typeface="Arial"/>
                <a:ea typeface="Arial"/>
                <a:cs typeface="Arial"/>
              </a:defRPr>
            </a:lvl2pPr>
            <a:lvl3pPr algn="l">
              <a:defRPr sz="1575" b="1">
                <a:solidFill>
                  <a:srgbClr val="1D332D"/>
                </a:solidFill>
                <a:latin typeface="Arial"/>
                <a:ea typeface="Arial"/>
                <a:cs typeface="Arial"/>
              </a:defRPr>
            </a:lvl3pPr>
            <a:lvl4pPr algn="l">
              <a:defRPr sz="1575" b="1">
                <a:solidFill>
                  <a:srgbClr val="1D332D"/>
                </a:solidFill>
                <a:latin typeface="Arial"/>
                <a:ea typeface="Arial"/>
                <a:cs typeface="Arial"/>
              </a:defRPr>
            </a:lvl4pPr>
            <a:lvl5pPr algn="l">
              <a:defRPr sz="1575" b="1">
                <a:solidFill>
                  <a:srgbClr val="1D332D"/>
                </a:solidFill>
                <a:latin typeface="Arial"/>
                <a:ea typeface="Arial"/>
                <a:cs typeface="Arial"/>
              </a:defRPr>
            </a:lvl5pPr>
            <a:lvl6pPr algn="l">
              <a:defRPr sz="1575" b="1">
                <a:solidFill>
                  <a:srgbClr val="1D332D"/>
                </a:solidFill>
                <a:latin typeface="Arial"/>
                <a:ea typeface="Arial"/>
                <a:cs typeface="Arial"/>
              </a:defRPr>
            </a:lvl6pPr>
            <a:lvl7pPr algn="l">
              <a:defRPr sz="1575" b="1">
                <a:solidFill>
                  <a:srgbClr val="1D332D"/>
                </a:solidFill>
                <a:latin typeface="Arial"/>
                <a:ea typeface="Arial"/>
                <a:cs typeface="Arial"/>
              </a:defRPr>
            </a:lvl7pPr>
            <a:lvl8pPr algn="l">
              <a:defRPr sz="1575" b="1">
                <a:solidFill>
                  <a:srgbClr val="1D332D"/>
                </a:solidFill>
                <a:latin typeface="Arial"/>
                <a:ea typeface="Arial"/>
                <a:cs typeface="Arial"/>
              </a:defRPr>
            </a:lvl8pPr>
            <a:lvl9pPr algn="l">
              <a:defRPr sz="1575" b="1">
                <a:solidFill>
                  <a:srgbClr val="1D332D"/>
                </a:solidFill>
                <a:latin typeface="Arial"/>
                <a:ea typeface="Arial"/>
                <a:cs typeface="Arial"/>
              </a:defRPr>
            </a:lvl9pPr>
          </a:lstStyle>
          <a:p xmlns:a="http://schemas.openxmlformats.org/drawingml/2006/main">
            <a:pPr algn="l">
              <a:defRPr sz="1575" b="1">
                <a:solidFill>
                  <a:srgbClr val="1D332D"/>
                </a:solidFill>
                <a:latin typeface="Arial"/>
                <a:ea typeface="Arial"/>
                <a:cs typeface="Arial"/>
              </a:defRPr>
            </a:pPr>
            <a:r>
              <a:rPr sz="1575" b="1">
                <a:solidFill>
                  <a:srgbClr val="1D332D"/>
                </a:solidFill>
                <a:latin typeface="Arial"/>
                <a:ea typeface="Arial"/>
                <a:cs typeface="Arial"/>
              </a:rPr>
              <a:t>unit tests passed</a:t>
            </a:r>
          </a:p>
        </p:txBody>
      </p:sp>
      <p:sp>
        <p:nvSpPr>
          <p:cNvPr id="6" name="text">
            <a:extLst xmlns:a="http://schemas.openxmlformats.org/drawingml/2006/main">
              <a:ext uri="{FF2B5EF4-FFF2-40B4-BE49-F238E27FC236}">
                <a16:creationId xmlns:a16="http://schemas.microsoft.com/office/drawing/2014/main" id="{D08FF8CE-969A-4479-95DD-EF6D32A07E64}"/>
              </a:ext>
            </a:extLst>
          </p:cNvPr>
          <p:cNvSpPr>
            <a:spLocks xmlns:a="http://schemas.openxmlformats.org/drawingml/2006/main" noGrp="1"/>
          </p:cNvSpPr>
          <p:nvPr/>
        </p:nvSpPr>
        <p:spPr>
          <a:xfrm xmlns:a="http://schemas.openxmlformats.org/drawingml/2006/main">
            <a:off x="666750" y="26574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10 API · 2 web</a:t>
            </a:r>
          </a:p>
        </p:txBody>
      </p:sp>
      <p:sp>
        <p:nvSpPr>
          <p:cNvPr id="7" name="text">
            <a:extLst xmlns:a="http://schemas.openxmlformats.org/drawingml/2006/main">
              <a:ext uri="{FF2B5EF4-FFF2-40B4-BE49-F238E27FC236}">
                <a16:creationId xmlns:a16="http://schemas.microsoft.com/office/drawing/2014/main" id="{5C20659C-639C-4025-9E4F-54AA756B19C1}"/>
              </a:ext>
            </a:extLst>
          </p:cNvPr>
          <p:cNvSpPr>
            <a:spLocks xmlns:a="http://schemas.openxmlformats.org/drawingml/2006/main" noGrp="1"/>
          </p:cNvSpPr>
          <p:nvPr/>
        </p:nvSpPr>
        <p:spPr>
          <a:xfrm xmlns:a="http://schemas.openxmlformats.org/drawingml/2006/main">
            <a:off x="3390900" y="15811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315B4A"/>
                </a:solidFill>
                <a:latin typeface="Arial"/>
                <a:ea typeface="Arial"/>
                <a:cs typeface="Arial"/>
              </a:defRPr>
            </a:defPPr>
            <a:lvl1pPr algn="l">
              <a:defRPr sz="3150" b="1">
                <a:solidFill>
                  <a:srgbClr val="315B4A"/>
                </a:solidFill>
                <a:latin typeface="Arial"/>
                <a:ea typeface="Arial"/>
                <a:cs typeface="Arial"/>
              </a:defRPr>
            </a:lvl1pPr>
            <a:lvl2pPr algn="l">
              <a:defRPr sz="3150" b="1">
                <a:solidFill>
                  <a:srgbClr val="315B4A"/>
                </a:solidFill>
                <a:latin typeface="Arial"/>
                <a:ea typeface="Arial"/>
                <a:cs typeface="Arial"/>
              </a:defRPr>
            </a:lvl2pPr>
            <a:lvl3pPr algn="l">
              <a:defRPr sz="3150" b="1">
                <a:solidFill>
                  <a:srgbClr val="315B4A"/>
                </a:solidFill>
                <a:latin typeface="Arial"/>
                <a:ea typeface="Arial"/>
                <a:cs typeface="Arial"/>
              </a:defRPr>
            </a:lvl3pPr>
            <a:lvl4pPr algn="l">
              <a:defRPr sz="3150" b="1">
                <a:solidFill>
                  <a:srgbClr val="315B4A"/>
                </a:solidFill>
                <a:latin typeface="Arial"/>
                <a:ea typeface="Arial"/>
                <a:cs typeface="Arial"/>
              </a:defRPr>
            </a:lvl4pPr>
            <a:lvl5pPr algn="l">
              <a:defRPr sz="3150" b="1">
                <a:solidFill>
                  <a:srgbClr val="315B4A"/>
                </a:solidFill>
                <a:latin typeface="Arial"/>
                <a:ea typeface="Arial"/>
                <a:cs typeface="Arial"/>
              </a:defRPr>
            </a:lvl5pPr>
            <a:lvl6pPr algn="l">
              <a:defRPr sz="3150" b="1">
                <a:solidFill>
                  <a:srgbClr val="315B4A"/>
                </a:solidFill>
                <a:latin typeface="Arial"/>
                <a:ea typeface="Arial"/>
                <a:cs typeface="Arial"/>
              </a:defRPr>
            </a:lvl6pPr>
            <a:lvl7pPr algn="l">
              <a:defRPr sz="3150" b="1">
                <a:solidFill>
                  <a:srgbClr val="315B4A"/>
                </a:solidFill>
                <a:latin typeface="Arial"/>
                <a:ea typeface="Arial"/>
                <a:cs typeface="Arial"/>
              </a:defRPr>
            </a:lvl7pPr>
            <a:lvl8pPr algn="l">
              <a:defRPr sz="3150" b="1">
                <a:solidFill>
                  <a:srgbClr val="315B4A"/>
                </a:solidFill>
                <a:latin typeface="Arial"/>
                <a:ea typeface="Arial"/>
                <a:cs typeface="Arial"/>
              </a:defRPr>
            </a:lvl8pPr>
            <a:lvl9pPr algn="l">
              <a:defRPr sz="3150" b="1">
                <a:solidFill>
                  <a:srgbClr val="315B4A"/>
                </a:solidFill>
                <a:latin typeface="Arial"/>
                <a:ea typeface="Arial"/>
                <a:cs typeface="Arial"/>
              </a:defRPr>
            </a:lvl9pPr>
          </a:lstStyle>
          <a:p xmlns:a="http://schemas.openxmlformats.org/drawingml/2006/main">
            <a:pPr algn="l">
              <a:defRPr sz="3150" b="1">
                <a:solidFill>
                  <a:srgbClr val="315B4A"/>
                </a:solidFill>
                <a:latin typeface="Arial"/>
                <a:ea typeface="Arial"/>
                <a:cs typeface="Arial"/>
              </a:defRPr>
            </a:pPr>
            <a:r>
              <a:rPr sz="3150" b="1">
                <a:solidFill>
                  <a:srgbClr val="315B4A"/>
                </a:solidFill>
                <a:latin typeface="Arial"/>
                <a:ea typeface="Arial"/>
                <a:cs typeface="Arial"/>
              </a:rPr>
              <a:t>12 sec</a:t>
            </a:r>
          </a:p>
        </p:txBody>
      </p:sp>
      <p:sp>
        <p:nvSpPr>
          <p:cNvPr id="8" name="text">
            <a:extLst xmlns:a="http://schemas.openxmlformats.org/drawingml/2006/main">
              <a:ext uri="{FF2B5EF4-FFF2-40B4-BE49-F238E27FC236}">
                <a16:creationId xmlns:a16="http://schemas.microsoft.com/office/drawing/2014/main" id="{FFFC1333-7AF2-4A27-8DF9-6E414D7D25E2}"/>
              </a:ext>
            </a:extLst>
          </p:cNvPr>
          <p:cNvSpPr>
            <a:spLocks xmlns:a="http://schemas.openxmlformats.org/drawingml/2006/main" noGrp="1"/>
          </p:cNvSpPr>
          <p:nvPr/>
        </p:nvSpPr>
        <p:spPr>
          <a:xfrm xmlns:a="http://schemas.openxmlformats.org/drawingml/2006/main">
            <a:off x="3390900" y="226695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1">
                <a:solidFill>
                  <a:srgbClr val="1D332D"/>
                </a:solidFill>
                <a:latin typeface="Arial"/>
                <a:ea typeface="Arial"/>
                <a:cs typeface="Arial"/>
              </a:defRPr>
            </a:defPPr>
            <a:lvl1pPr algn="l">
              <a:defRPr sz="1575" b="1">
                <a:solidFill>
                  <a:srgbClr val="1D332D"/>
                </a:solidFill>
                <a:latin typeface="Arial"/>
                <a:ea typeface="Arial"/>
                <a:cs typeface="Arial"/>
              </a:defRPr>
            </a:lvl1pPr>
            <a:lvl2pPr algn="l">
              <a:defRPr sz="1575" b="1">
                <a:solidFill>
                  <a:srgbClr val="1D332D"/>
                </a:solidFill>
                <a:latin typeface="Arial"/>
                <a:ea typeface="Arial"/>
                <a:cs typeface="Arial"/>
              </a:defRPr>
            </a:lvl2pPr>
            <a:lvl3pPr algn="l">
              <a:defRPr sz="1575" b="1">
                <a:solidFill>
                  <a:srgbClr val="1D332D"/>
                </a:solidFill>
                <a:latin typeface="Arial"/>
                <a:ea typeface="Arial"/>
                <a:cs typeface="Arial"/>
              </a:defRPr>
            </a:lvl3pPr>
            <a:lvl4pPr algn="l">
              <a:defRPr sz="1575" b="1">
                <a:solidFill>
                  <a:srgbClr val="1D332D"/>
                </a:solidFill>
                <a:latin typeface="Arial"/>
                <a:ea typeface="Arial"/>
                <a:cs typeface="Arial"/>
              </a:defRPr>
            </a:lvl4pPr>
            <a:lvl5pPr algn="l">
              <a:defRPr sz="1575" b="1">
                <a:solidFill>
                  <a:srgbClr val="1D332D"/>
                </a:solidFill>
                <a:latin typeface="Arial"/>
                <a:ea typeface="Arial"/>
                <a:cs typeface="Arial"/>
              </a:defRPr>
            </a:lvl5pPr>
            <a:lvl6pPr algn="l">
              <a:defRPr sz="1575" b="1">
                <a:solidFill>
                  <a:srgbClr val="1D332D"/>
                </a:solidFill>
                <a:latin typeface="Arial"/>
                <a:ea typeface="Arial"/>
                <a:cs typeface="Arial"/>
              </a:defRPr>
            </a:lvl6pPr>
            <a:lvl7pPr algn="l">
              <a:defRPr sz="1575" b="1">
                <a:solidFill>
                  <a:srgbClr val="1D332D"/>
                </a:solidFill>
                <a:latin typeface="Arial"/>
                <a:ea typeface="Arial"/>
                <a:cs typeface="Arial"/>
              </a:defRPr>
            </a:lvl7pPr>
            <a:lvl8pPr algn="l">
              <a:defRPr sz="1575" b="1">
                <a:solidFill>
                  <a:srgbClr val="1D332D"/>
                </a:solidFill>
                <a:latin typeface="Arial"/>
                <a:ea typeface="Arial"/>
                <a:cs typeface="Arial"/>
              </a:defRPr>
            </a:lvl8pPr>
            <a:lvl9pPr algn="l">
              <a:defRPr sz="1575" b="1">
                <a:solidFill>
                  <a:srgbClr val="1D332D"/>
                </a:solidFill>
                <a:latin typeface="Arial"/>
                <a:ea typeface="Arial"/>
                <a:cs typeface="Arial"/>
              </a:defRPr>
            </a:lvl9pPr>
          </a:lstStyle>
          <a:p xmlns:a="http://schemas.openxmlformats.org/drawingml/2006/main">
            <a:pPr algn="l">
              <a:defRPr sz="1575" b="1">
                <a:solidFill>
                  <a:srgbClr val="1D332D"/>
                </a:solidFill>
                <a:latin typeface="Arial"/>
                <a:ea typeface="Arial"/>
                <a:cs typeface="Arial"/>
              </a:defRPr>
            </a:pPr>
            <a:r>
              <a:rPr sz="1575" b="1">
                <a:solidFill>
                  <a:srgbClr val="1D332D"/>
                </a:solidFill>
                <a:latin typeface="Arial"/>
                <a:ea typeface="Arial"/>
                <a:cs typeface="Arial"/>
              </a:rPr>
              <a:t>sample video</a:t>
            </a:r>
          </a:p>
        </p:txBody>
      </p:sp>
      <p:sp>
        <p:nvSpPr>
          <p:cNvPr id="9" name="text">
            <a:extLst xmlns:a="http://schemas.openxmlformats.org/drawingml/2006/main">
              <a:ext uri="{FF2B5EF4-FFF2-40B4-BE49-F238E27FC236}">
                <a16:creationId xmlns:a16="http://schemas.microsoft.com/office/drawing/2014/main" id="{3B298AF4-40B8-4DFC-AFBF-59B8D080056C}"/>
              </a:ext>
            </a:extLst>
          </p:cNvPr>
          <p:cNvSpPr>
            <a:spLocks xmlns:a="http://schemas.openxmlformats.org/drawingml/2006/main" noGrp="1"/>
          </p:cNvSpPr>
          <p:nvPr/>
        </p:nvSpPr>
        <p:spPr>
          <a:xfrm xmlns:a="http://schemas.openxmlformats.org/drawingml/2006/main">
            <a:off x="3390900" y="26574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FFprobe verified</a:t>
            </a:r>
          </a:p>
        </p:txBody>
      </p:sp>
      <p:sp>
        <p:nvSpPr>
          <p:cNvPr id="10" name="text">
            <a:extLst xmlns:a="http://schemas.openxmlformats.org/drawingml/2006/main">
              <a:ext uri="{FF2B5EF4-FFF2-40B4-BE49-F238E27FC236}">
                <a16:creationId xmlns:a16="http://schemas.microsoft.com/office/drawing/2014/main" id="{ED54D3FF-F588-4CA8-A7AD-520A628AB0E6}"/>
              </a:ext>
            </a:extLst>
          </p:cNvPr>
          <p:cNvSpPr>
            <a:spLocks xmlns:a="http://schemas.openxmlformats.org/drawingml/2006/main" noGrp="1"/>
          </p:cNvSpPr>
          <p:nvPr/>
        </p:nvSpPr>
        <p:spPr>
          <a:xfrm xmlns:a="http://schemas.openxmlformats.org/drawingml/2006/main">
            <a:off x="6115050" y="15811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315B4A"/>
                </a:solidFill>
                <a:latin typeface="Arial"/>
                <a:ea typeface="Arial"/>
                <a:cs typeface="Arial"/>
              </a:defRPr>
            </a:defPPr>
            <a:lvl1pPr algn="l">
              <a:defRPr sz="3150" b="1">
                <a:solidFill>
                  <a:srgbClr val="315B4A"/>
                </a:solidFill>
                <a:latin typeface="Arial"/>
                <a:ea typeface="Arial"/>
                <a:cs typeface="Arial"/>
              </a:defRPr>
            </a:lvl1pPr>
            <a:lvl2pPr algn="l">
              <a:defRPr sz="3150" b="1">
                <a:solidFill>
                  <a:srgbClr val="315B4A"/>
                </a:solidFill>
                <a:latin typeface="Arial"/>
                <a:ea typeface="Arial"/>
                <a:cs typeface="Arial"/>
              </a:defRPr>
            </a:lvl2pPr>
            <a:lvl3pPr algn="l">
              <a:defRPr sz="3150" b="1">
                <a:solidFill>
                  <a:srgbClr val="315B4A"/>
                </a:solidFill>
                <a:latin typeface="Arial"/>
                <a:ea typeface="Arial"/>
                <a:cs typeface="Arial"/>
              </a:defRPr>
            </a:lvl3pPr>
            <a:lvl4pPr algn="l">
              <a:defRPr sz="3150" b="1">
                <a:solidFill>
                  <a:srgbClr val="315B4A"/>
                </a:solidFill>
                <a:latin typeface="Arial"/>
                <a:ea typeface="Arial"/>
                <a:cs typeface="Arial"/>
              </a:defRPr>
            </a:lvl4pPr>
            <a:lvl5pPr algn="l">
              <a:defRPr sz="3150" b="1">
                <a:solidFill>
                  <a:srgbClr val="315B4A"/>
                </a:solidFill>
                <a:latin typeface="Arial"/>
                <a:ea typeface="Arial"/>
                <a:cs typeface="Arial"/>
              </a:defRPr>
            </a:lvl5pPr>
            <a:lvl6pPr algn="l">
              <a:defRPr sz="3150" b="1">
                <a:solidFill>
                  <a:srgbClr val="315B4A"/>
                </a:solidFill>
                <a:latin typeface="Arial"/>
                <a:ea typeface="Arial"/>
                <a:cs typeface="Arial"/>
              </a:defRPr>
            </a:lvl6pPr>
            <a:lvl7pPr algn="l">
              <a:defRPr sz="3150" b="1">
                <a:solidFill>
                  <a:srgbClr val="315B4A"/>
                </a:solidFill>
                <a:latin typeface="Arial"/>
                <a:ea typeface="Arial"/>
                <a:cs typeface="Arial"/>
              </a:defRPr>
            </a:lvl7pPr>
            <a:lvl8pPr algn="l">
              <a:defRPr sz="3150" b="1">
                <a:solidFill>
                  <a:srgbClr val="315B4A"/>
                </a:solidFill>
                <a:latin typeface="Arial"/>
                <a:ea typeface="Arial"/>
                <a:cs typeface="Arial"/>
              </a:defRPr>
            </a:lvl8pPr>
            <a:lvl9pPr algn="l">
              <a:defRPr sz="3150" b="1">
                <a:solidFill>
                  <a:srgbClr val="315B4A"/>
                </a:solidFill>
                <a:latin typeface="Arial"/>
                <a:ea typeface="Arial"/>
                <a:cs typeface="Arial"/>
              </a:defRPr>
            </a:lvl9pPr>
          </a:lstStyle>
          <a:p xmlns:a="http://schemas.openxmlformats.org/drawingml/2006/main">
            <a:pPr algn="l">
              <a:defRPr sz="3150" b="1">
                <a:solidFill>
                  <a:srgbClr val="315B4A"/>
                </a:solidFill>
                <a:latin typeface="Arial"/>
                <a:ea typeface="Arial"/>
                <a:cs typeface="Arial"/>
              </a:defRPr>
            </a:pPr>
            <a:r>
              <a:rPr sz="3150" b="1">
                <a:solidFill>
                  <a:srgbClr val="315B4A"/>
                </a:solidFill>
                <a:latin typeface="Arial"/>
                <a:ea typeface="Arial"/>
                <a:cs typeface="Arial"/>
              </a:rPr>
              <a:t>184.8 KB</a:t>
            </a:r>
          </a:p>
        </p:txBody>
      </p:sp>
      <p:sp>
        <p:nvSpPr>
          <p:cNvPr id="11" name="text">
            <a:extLst xmlns:a="http://schemas.openxmlformats.org/drawingml/2006/main">
              <a:ext uri="{FF2B5EF4-FFF2-40B4-BE49-F238E27FC236}">
                <a16:creationId xmlns:a16="http://schemas.microsoft.com/office/drawing/2014/main" id="{1BC89273-3EFE-4ABF-820A-0489D4CF23FC}"/>
              </a:ext>
            </a:extLst>
          </p:cNvPr>
          <p:cNvSpPr>
            <a:spLocks xmlns:a="http://schemas.openxmlformats.org/drawingml/2006/main" noGrp="1"/>
          </p:cNvSpPr>
          <p:nvPr/>
        </p:nvSpPr>
        <p:spPr>
          <a:xfrm xmlns:a="http://schemas.openxmlformats.org/drawingml/2006/main">
            <a:off x="6115050" y="226695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1">
                <a:solidFill>
                  <a:srgbClr val="1D332D"/>
                </a:solidFill>
                <a:latin typeface="Arial"/>
                <a:ea typeface="Arial"/>
                <a:cs typeface="Arial"/>
              </a:defRPr>
            </a:defPPr>
            <a:lvl1pPr algn="l">
              <a:defRPr sz="1575" b="1">
                <a:solidFill>
                  <a:srgbClr val="1D332D"/>
                </a:solidFill>
                <a:latin typeface="Arial"/>
                <a:ea typeface="Arial"/>
                <a:cs typeface="Arial"/>
              </a:defRPr>
            </a:lvl1pPr>
            <a:lvl2pPr algn="l">
              <a:defRPr sz="1575" b="1">
                <a:solidFill>
                  <a:srgbClr val="1D332D"/>
                </a:solidFill>
                <a:latin typeface="Arial"/>
                <a:ea typeface="Arial"/>
                <a:cs typeface="Arial"/>
              </a:defRPr>
            </a:lvl2pPr>
            <a:lvl3pPr algn="l">
              <a:defRPr sz="1575" b="1">
                <a:solidFill>
                  <a:srgbClr val="1D332D"/>
                </a:solidFill>
                <a:latin typeface="Arial"/>
                <a:ea typeface="Arial"/>
                <a:cs typeface="Arial"/>
              </a:defRPr>
            </a:lvl3pPr>
            <a:lvl4pPr algn="l">
              <a:defRPr sz="1575" b="1">
                <a:solidFill>
                  <a:srgbClr val="1D332D"/>
                </a:solidFill>
                <a:latin typeface="Arial"/>
                <a:ea typeface="Arial"/>
                <a:cs typeface="Arial"/>
              </a:defRPr>
            </a:lvl4pPr>
            <a:lvl5pPr algn="l">
              <a:defRPr sz="1575" b="1">
                <a:solidFill>
                  <a:srgbClr val="1D332D"/>
                </a:solidFill>
                <a:latin typeface="Arial"/>
                <a:ea typeface="Arial"/>
                <a:cs typeface="Arial"/>
              </a:defRPr>
            </a:lvl5pPr>
            <a:lvl6pPr algn="l">
              <a:defRPr sz="1575" b="1">
                <a:solidFill>
                  <a:srgbClr val="1D332D"/>
                </a:solidFill>
                <a:latin typeface="Arial"/>
                <a:ea typeface="Arial"/>
                <a:cs typeface="Arial"/>
              </a:defRPr>
            </a:lvl6pPr>
            <a:lvl7pPr algn="l">
              <a:defRPr sz="1575" b="1">
                <a:solidFill>
                  <a:srgbClr val="1D332D"/>
                </a:solidFill>
                <a:latin typeface="Arial"/>
                <a:ea typeface="Arial"/>
                <a:cs typeface="Arial"/>
              </a:defRPr>
            </a:lvl7pPr>
            <a:lvl8pPr algn="l">
              <a:defRPr sz="1575" b="1">
                <a:solidFill>
                  <a:srgbClr val="1D332D"/>
                </a:solidFill>
                <a:latin typeface="Arial"/>
                <a:ea typeface="Arial"/>
                <a:cs typeface="Arial"/>
              </a:defRPr>
            </a:lvl8pPr>
            <a:lvl9pPr algn="l">
              <a:defRPr sz="1575" b="1">
                <a:solidFill>
                  <a:srgbClr val="1D332D"/>
                </a:solidFill>
                <a:latin typeface="Arial"/>
                <a:ea typeface="Arial"/>
                <a:cs typeface="Arial"/>
              </a:defRPr>
            </a:lvl9pPr>
          </a:lstStyle>
          <a:p xmlns:a="http://schemas.openxmlformats.org/drawingml/2006/main">
            <a:pPr algn="l">
              <a:defRPr sz="1575" b="1">
                <a:solidFill>
                  <a:srgbClr val="1D332D"/>
                </a:solidFill>
                <a:latin typeface="Arial"/>
                <a:ea typeface="Arial"/>
                <a:cs typeface="Arial"/>
              </a:defRPr>
            </a:pPr>
            <a:r>
              <a:rPr sz="1575" b="1">
                <a:solidFill>
                  <a:srgbClr val="1D332D"/>
                </a:solidFill>
                <a:latin typeface="Arial"/>
                <a:ea typeface="Arial"/>
                <a:cs typeface="Arial"/>
              </a:rPr>
              <a:t>HLS segment</a:t>
            </a:r>
          </a:p>
        </p:txBody>
      </p:sp>
      <p:sp>
        <p:nvSpPr>
          <p:cNvPr id="12" name="text">
            <a:extLst xmlns:a="http://schemas.openxmlformats.org/drawingml/2006/main">
              <a:ext uri="{FF2B5EF4-FFF2-40B4-BE49-F238E27FC236}">
                <a16:creationId xmlns:a16="http://schemas.microsoft.com/office/drawing/2014/main" id="{884177EA-1EA1-4848-A365-BFE7718A110C}"/>
              </a:ext>
            </a:extLst>
          </p:cNvPr>
          <p:cNvSpPr>
            <a:spLocks xmlns:a="http://schemas.openxmlformats.org/drawingml/2006/main" noGrp="1"/>
          </p:cNvSpPr>
          <p:nvPr/>
        </p:nvSpPr>
        <p:spPr>
          <a:xfrm xmlns:a="http://schemas.openxmlformats.org/drawingml/2006/main">
            <a:off x="6115050" y="26574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generated locally</a:t>
            </a:r>
          </a:p>
        </p:txBody>
      </p:sp>
      <p:sp>
        <p:nvSpPr>
          <p:cNvPr id="13" name="text">
            <a:extLst xmlns:a="http://schemas.openxmlformats.org/drawingml/2006/main">
              <a:ext uri="{FF2B5EF4-FFF2-40B4-BE49-F238E27FC236}">
                <a16:creationId xmlns:a16="http://schemas.microsoft.com/office/drawing/2014/main" id="{2C69CA9F-5909-4D20-880A-365A994DF302}"/>
              </a:ext>
            </a:extLst>
          </p:cNvPr>
          <p:cNvSpPr>
            <a:spLocks xmlns:a="http://schemas.openxmlformats.org/drawingml/2006/main" noGrp="1"/>
          </p:cNvSpPr>
          <p:nvPr/>
        </p:nvSpPr>
        <p:spPr>
          <a:xfrm xmlns:a="http://schemas.openxmlformats.org/drawingml/2006/main">
            <a:off x="8839200" y="15811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C47958"/>
                </a:solidFill>
                <a:latin typeface="Arial"/>
                <a:ea typeface="Arial"/>
                <a:cs typeface="Arial"/>
              </a:defRPr>
            </a:defPPr>
            <a:lvl1pPr algn="l">
              <a:defRPr sz="3150" b="1">
                <a:solidFill>
                  <a:srgbClr val="C47958"/>
                </a:solidFill>
                <a:latin typeface="Arial"/>
                <a:ea typeface="Arial"/>
                <a:cs typeface="Arial"/>
              </a:defRPr>
            </a:lvl1pPr>
            <a:lvl2pPr algn="l">
              <a:defRPr sz="3150" b="1">
                <a:solidFill>
                  <a:srgbClr val="C47958"/>
                </a:solidFill>
                <a:latin typeface="Arial"/>
                <a:ea typeface="Arial"/>
                <a:cs typeface="Arial"/>
              </a:defRPr>
            </a:lvl2pPr>
            <a:lvl3pPr algn="l">
              <a:defRPr sz="3150" b="1">
                <a:solidFill>
                  <a:srgbClr val="C47958"/>
                </a:solidFill>
                <a:latin typeface="Arial"/>
                <a:ea typeface="Arial"/>
                <a:cs typeface="Arial"/>
              </a:defRPr>
            </a:lvl3pPr>
            <a:lvl4pPr algn="l">
              <a:defRPr sz="3150" b="1">
                <a:solidFill>
                  <a:srgbClr val="C47958"/>
                </a:solidFill>
                <a:latin typeface="Arial"/>
                <a:ea typeface="Arial"/>
                <a:cs typeface="Arial"/>
              </a:defRPr>
            </a:lvl4pPr>
            <a:lvl5pPr algn="l">
              <a:defRPr sz="3150" b="1">
                <a:solidFill>
                  <a:srgbClr val="C47958"/>
                </a:solidFill>
                <a:latin typeface="Arial"/>
                <a:ea typeface="Arial"/>
                <a:cs typeface="Arial"/>
              </a:defRPr>
            </a:lvl5pPr>
            <a:lvl6pPr algn="l">
              <a:defRPr sz="3150" b="1">
                <a:solidFill>
                  <a:srgbClr val="C47958"/>
                </a:solidFill>
                <a:latin typeface="Arial"/>
                <a:ea typeface="Arial"/>
                <a:cs typeface="Arial"/>
              </a:defRPr>
            </a:lvl6pPr>
            <a:lvl7pPr algn="l">
              <a:defRPr sz="3150" b="1">
                <a:solidFill>
                  <a:srgbClr val="C47958"/>
                </a:solidFill>
                <a:latin typeface="Arial"/>
                <a:ea typeface="Arial"/>
                <a:cs typeface="Arial"/>
              </a:defRPr>
            </a:lvl7pPr>
            <a:lvl8pPr algn="l">
              <a:defRPr sz="3150" b="1">
                <a:solidFill>
                  <a:srgbClr val="C47958"/>
                </a:solidFill>
                <a:latin typeface="Arial"/>
                <a:ea typeface="Arial"/>
                <a:cs typeface="Arial"/>
              </a:defRPr>
            </a:lvl8pPr>
            <a:lvl9pPr algn="l">
              <a:defRPr sz="3150" b="1">
                <a:solidFill>
                  <a:srgbClr val="C47958"/>
                </a:solidFill>
                <a:latin typeface="Arial"/>
                <a:ea typeface="Arial"/>
                <a:cs typeface="Arial"/>
              </a:defRPr>
            </a:lvl9pPr>
          </a:lstStyle>
          <a:p xmlns:a="http://schemas.openxmlformats.org/drawingml/2006/main">
            <a:pPr algn="l">
              <a:defRPr sz="3150" b="1">
                <a:solidFill>
                  <a:srgbClr val="C47958"/>
                </a:solidFill>
                <a:latin typeface="Arial"/>
                <a:ea typeface="Arial"/>
                <a:cs typeface="Arial"/>
              </a:defRPr>
            </a:pPr>
            <a:r>
              <a:rPr sz="3150" b="1">
                <a:solidFill>
                  <a:srgbClr val="C47958"/>
                </a:solidFill>
                <a:latin typeface="Arial"/>
                <a:ea typeface="Arial"/>
                <a:cs typeface="Arial"/>
              </a:rPr>
              <a:t>4.1 KB</a:t>
            </a:r>
          </a:p>
        </p:txBody>
      </p:sp>
      <p:sp>
        <p:nvSpPr>
          <p:cNvPr id="14" name="text">
            <a:extLst xmlns:a="http://schemas.openxmlformats.org/drawingml/2006/main">
              <a:ext uri="{FF2B5EF4-FFF2-40B4-BE49-F238E27FC236}">
                <a16:creationId xmlns:a16="http://schemas.microsoft.com/office/drawing/2014/main" id="{F5933564-B86E-4AA9-B2F6-F6A6CCBD01DD}"/>
              </a:ext>
            </a:extLst>
          </p:cNvPr>
          <p:cNvSpPr>
            <a:spLocks xmlns:a="http://schemas.openxmlformats.org/drawingml/2006/main" noGrp="1"/>
          </p:cNvSpPr>
          <p:nvPr/>
        </p:nvSpPr>
        <p:spPr>
          <a:xfrm xmlns:a="http://schemas.openxmlformats.org/drawingml/2006/main">
            <a:off x="8839200" y="226695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1">
                <a:solidFill>
                  <a:srgbClr val="1D332D"/>
                </a:solidFill>
                <a:latin typeface="Arial"/>
                <a:ea typeface="Arial"/>
                <a:cs typeface="Arial"/>
              </a:defRPr>
            </a:defPPr>
            <a:lvl1pPr algn="l">
              <a:defRPr sz="1575" b="1">
                <a:solidFill>
                  <a:srgbClr val="1D332D"/>
                </a:solidFill>
                <a:latin typeface="Arial"/>
                <a:ea typeface="Arial"/>
                <a:cs typeface="Arial"/>
              </a:defRPr>
            </a:lvl1pPr>
            <a:lvl2pPr algn="l">
              <a:defRPr sz="1575" b="1">
                <a:solidFill>
                  <a:srgbClr val="1D332D"/>
                </a:solidFill>
                <a:latin typeface="Arial"/>
                <a:ea typeface="Arial"/>
                <a:cs typeface="Arial"/>
              </a:defRPr>
            </a:lvl2pPr>
            <a:lvl3pPr algn="l">
              <a:defRPr sz="1575" b="1">
                <a:solidFill>
                  <a:srgbClr val="1D332D"/>
                </a:solidFill>
                <a:latin typeface="Arial"/>
                <a:ea typeface="Arial"/>
                <a:cs typeface="Arial"/>
              </a:defRPr>
            </a:lvl3pPr>
            <a:lvl4pPr algn="l">
              <a:defRPr sz="1575" b="1">
                <a:solidFill>
                  <a:srgbClr val="1D332D"/>
                </a:solidFill>
                <a:latin typeface="Arial"/>
                <a:ea typeface="Arial"/>
                <a:cs typeface="Arial"/>
              </a:defRPr>
            </a:lvl4pPr>
            <a:lvl5pPr algn="l">
              <a:defRPr sz="1575" b="1">
                <a:solidFill>
                  <a:srgbClr val="1D332D"/>
                </a:solidFill>
                <a:latin typeface="Arial"/>
                <a:ea typeface="Arial"/>
                <a:cs typeface="Arial"/>
              </a:defRPr>
            </a:lvl5pPr>
            <a:lvl6pPr algn="l">
              <a:defRPr sz="1575" b="1">
                <a:solidFill>
                  <a:srgbClr val="1D332D"/>
                </a:solidFill>
                <a:latin typeface="Arial"/>
                <a:ea typeface="Arial"/>
                <a:cs typeface="Arial"/>
              </a:defRPr>
            </a:lvl6pPr>
            <a:lvl7pPr algn="l">
              <a:defRPr sz="1575" b="1">
                <a:solidFill>
                  <a:srgbClr val="1D332D"/>
                </a:solidFill>
                <a:latin typeface="Arial"/>
                <a:ea typeface="Arial"/>
                <a:cs typeface="Arial"/>
              </a:defRPr>
            </a:lvl7pPr>
            <a:lvl8pPr algn="l">
              <a:defRPr sz="1575" b="1">
                <a:solidFill>
                  <a:srgbClr val="1D332D"/>
                </a:solidFill>
                <a:latin typeface="Arial"/>
                <a:ea typeface="Arial"/>
                <a:cs typeface="Arial"/>
              </a:defRPr>
            </a:lvl8pPr>
            <a:lvl9pPr algn="l">
              <a:defRPr sz="1575" b="1">
                <a:solidFill>
                  <a:srgbClr val="1D332D"/>
                </a:solidFill>
                <a:latin typeface="Arial"/>
                <a:ea typeface="Arial"/>
                <a:cs typeface="Arial"/>
              </a:defRPr>
            </a:lvl9pPr>
          </a:lstStyle>
          <a:p xmlns:a="http://schemas.openxmlformats.org/drawingml/2006/main">
            <a:pPr algn="l">
              <a:defRPr sz="1575" b="1">
                <a:solidFill>
                  <a:srgbClr val="1D332D"/>
                </a:solidFill>
                <a:latin typeface="Arial"/>
                <a:ea typeface="Arial"/>
                <a:cs typeface="Arial"/>
              </a:defRPr>
            </a:pPr>
            <a:r>
              <a:rPr sz="1575" b="1">
                <a:solidFill>
                  <a:srgbClr val="1D332D"/>
                </a:solidFill>
                <a:latin typeface="Arial"/>
                <a:ea typeface="Arial"/>
                <a:cs typeface="Arial"/>
              </a:rPr>
              <a:t>certificate PDF</a:t>
            </a:r>
          </a:p>
        </p:txBody>
      </p:sp>
      <p:sp>
        <p:nvSpPr>
          <p:cNvPr id="15" name="text">
            <a:extLst xmlns:a="http://schemas.openxmlformats.org/drawingml/2006/main">
              <a:ext uri="{FF2B5EF4-FFF2-40B4-BE49-F238E27FC236}">
                <a16:creationId xmlns:a16="http://schemas.microsoft.com/office/drawing/2014/main" id="{F80260BF-C30D-4074-814F-7D9361DCA0A8}"/>
              </a:ext>
            </a:extLst>
          </p:cNvPr>
          <p:cNvSpPr>
            <a:spLocks xmlns:a="http://schemas.openxmlformats.org/drawingml/2006/main" noGrp="1"/>
          </p:cNvSpPr>
          <p:nvPr/>
        </p:nvSpPr>
        <p:spPr>
          <a:xfrm xmlns:a="http://schemas.openxmlformats.org/drawingml/2006/main">
            <a:off x="8839200" y="26574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536A61"/>
                </a:solidFill>
                <a:latin typeface="Arial"/>
                <a:ea typeface="Arial"/>
                <a:cs typeface="Arial"/>
              </a:defRPr>
            </a:defPPr>
            <a:lvl1pPr algn="l">
              <a:defRPr sz="1275" b="0">
                <a:solidFill>
                  <a:srgbClr val="536A61"/>
                </a:solidFill>
                <a:latin typeface="Arial"/>
                <a:ea typeface="Arial"/>
                <a:cs typeface="Arial"/>
              </a:defRPr>
            </a:lvl1pPr>
            <a:lvl2pPr algn="l">
              <a:defRPr sz="1275" b="0">
                <a:solidFill>
                  <a:srgbClr val="536A61"/>
                </a:solidFill>
                <a:latin typeface="Arial"/>
                <a:ea typeface="Arial"/>
                <a:cs typeface="Arial"/>
              </a:defRPr>
            </a:lvl2pPr>
            <a:lvl3pPr algn="l">
              <a:defRPr sz="1275" b="0">
                <a:solidFill>
                  <a:srgbClr val="536A61"/>
                </a:solidFill>
                <a:latin typeface="Arial"/>
                <a:ea typeface="Arial"/>
                <a:cs typeface="Arial"/>
              </a:defRPr>
            </a:lvl3pPr>
            <a:lvl4pPr algn="l">
              <a:defRPr sz="1275" b="0">
                <a:solidFill>
                  <a:srgbClr val="536A61"/>
                </a:solidFill>
                <a:latin typeface="Arial"/>
                <a:ea typeface="Arial"/>
                <a:cs typeface="Arial"/>
              </a:defRPr>
            </a:lvl4pPr>
            <a:lvl5pPr algn="l">
              <a:defRPr sz="1275" b="0">
                <a:solidFill>
                  <a:srgbClr val="536A61"/>
                </a:solidFill>
                <a:latin typeface="Arial"/>
                <a:ea typeface="Arial"/>
                <a:cs typeface="Arial"/>
              </a:defRPr>
            </a:lvl5pPr>
            <a:lvl6pPr algn="l">
              <a:defRPr sz="1275" b="0">
                <a:solidFill>
                  <a:srgbClr val="536A61"/>
                </a:solidFill>
                <a:latin typeface="Arial"/>
                <a:ea typeface="Arial"/>
                <a:cs typeface="Arial"/>
              </a:defRPr>
            </a:lvl6pPr>
            <a:lvl7pPr algn="l">
              <a:defRPr sz="1275" b="0">
                <a:solidFill>
                  <a:srgbClr val="536A61"/>
                </a:solidFill>
                <a:latin typeface="Arial"/>
                <a:ea typeface="Arial"/>
                <a:cs typeface="Arial"/>
              </a:defRPr>
            </a:lvl7pPr>
            <a:lvl8pPr algn="l">
              <a:defRPr sz="1275" b="0">
                <a:solidFill>
                  <a:srgbClr val="536A61"/>
                </a:solidFill>
                <a:latin typeface="Arial"/>
                <a:ea typeface="Arial"/>
                <a:cs typeface="Arial"/>
              </a:defRPr>
            </a:lvl8pPr>
            <a:lvl9pPr algn="l">
              <a:defRPr sz="1275" b="0">
                <a:solidFill>
                  <a:srgbClr val="536A61"/>
                </a:solidFill>
                <a:latin typeface="Arial"/>
                <a:ea typeface="Arial"/>
                <a:cs typeface="Arial"/>
              </a:defRPr>
            </a:lvl9pPr>
          </a:lstStyle>
          <a:p xmlns:a="http://schemas.openxmlformats.org/drawingml/2006/main">
            <a:pPr algn="l">
              <a:defRPr sz="1275" b="0">
                <a:solidFill>
                  <a:srgbClr val="536A61"/>
                </a:solidFill>
                <a:latin typeface="Arial"/>
                <a:ea typeface="Arial"/>
                <a:cs typeface="Arial"/>
              </a:defRPr>
            </a:pPr>
            <a:r>
              <a:rPr sz="1275" b="0">
                <a:solidFill>
                  <a:srgbClr val="536A61"/>
                </a:solidFill>
                <a:latin typeface="Arial"/>
                <a:ea typeface="Arial"/>
                <a:cs typeface="Arial"/>
              </a:rPr>
              <a:t>verified by endpoint</a:t>
            </a:r>
          </a:p>
        </p:txBody>
      </p:sp>
      <p:sp>
        <p:nvSpPr>
          <p:cNvPr id="16" name="">
            <a:extLst xmlns:a="http://schemas.openxmlformats.org/drawingml/2006/main">
              <a:ext uri="{FF2B5EF4-FFF2-40B4-BE49-F238E27FC236}">
                <a16:creationId xmlns:a16="http://schemas.microsoft.com/office/drawing/2014/main" id="{9BCA41E4-3D2E-45F6-B8DC-89610A89F81C}"/>
              </a:ext>
            </a:extLst>
          </p:cNvPr>
          <p:cNvSpPr>
            <a:spLocks xmlns:a="http://schemas.openxmlformats.org/drawingml/2006/main" noGrp="1"/>
          </p:cNvSpPr>
          <p:nvPr/>
        </p:nvSpPr>
        <p:spPr>
          <a:xfrm xmlns:a="http://schemas.openxmlformats.org/drawingml/2006/main">
            <a:off x="666750" y="3286125"/>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2D8228C5-473E-452E-882F-19CB30933051}"/>
              </a:ext>
            </a:extLst>
          </p:cNvPr>
          <p:cNvSpPr>
            <a:spLocks xmlns:a="http://schemas.openxmlformats.org/drawingml/2006/main" noGrp="1"/>
          </p:cNvSpPr>
          <p:nvPr/>
        </p:nvSpPr>
        <p:spPr>
          <a:xfrm xmlns:a="http://schemas.openxmlformats.org/drawingml/2006/main">
            <a:off x="6667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425" b="1">
                <a:solidFill>
                  <a:srgbClr val="1D332D"/>
                </a:solidFill>
                <a:latin typeface="Arial"/>
                <a:ea typeface="Arial"/>
                <a:cs typeface="Arial"/>
              </a:defRPr>
            </a:defPPr>
            <a:lvl1pPr algn="l">
              <a:defRPr sz="1425" b="1">
                <a:solidFill>
                  <a:srgbClr val="1D332D"/>
                </a:solidFill>
                <a:latin typeface="Arial"/>
                <a:ea typeface="Arial"/>
                <a:cs typeface="Arial"/>
              </a:defRPr>
            </a:lvl1pPr>
            <a:lvl2pPr algn="l">
              <a:defRPr sz="1425" b="1">
                <a:solidFill>
                  <a:srgbClr val="1D332D"/>
                </a:solidFill>
                <a:latin typeface="Arial"/>
                <a:ea typeface="Arial"/>
                <a:cs typeface="Arial"/>
              </a:defRPr>
            </a:lvl2pPr>
            <a:lvl3pPr algn="l">
              <a:defRPr sz="1425" b="1">
                <a:solidFill>
                  <a:srgbClr val="1D332D"/>
                </a:solidFill>
                <a:latin typeface="Arial"/>
                <a:ea typeface="Arial"/>
                <a:cs typeface="Arial"/>
              </a:defRPr>
            </a:lvl3pPr>
            <a:lvl4pPr algn="l">
              <a:defRPr sz="1425" b="1">
                <a:solidFill>
                  <a:srgbClr val="1D332D"/>
                </a:solidFill>
                <a:latin typeface="Arial"/>
                <a:ea typeface="Arial"/>
                <a:cs typeface="Arial"/>
              </a:defRPr>
            </a:lvl4pPr>
            <a:lvl5pPr algn="l">
              <a:defRPr sz="1425" b="1">
                <a:solidFill>
                  <a:srgbClr val="1D332D"/>
                </a:solidFill>
                <a:latin typeface="Arial"/>
                <a:ea typeface="Arial"/>
                <a:cs typeface="Arial"/>
              </a:defRPr>
            </a:lvl5pPr>
            <a:lvl6pPr algn="l">
              <a:defRPr sz="1425" b="1">
                <a:solidFill>
                  <a:srgbClr val="1D332D"/>
                </a:solidFill>
                <a:latin typeface="Arial"/>
                <a:ea typeface="Arial"/>
                <a:cs typeface="Arial"/>
              </a:defRPr>
            </a:lvl6pPr>
            <a:lvl7pPr algn="l">
              <a:defRPr sz="1425" b="1">
                <a:solidFill>
                  <a:srgbClr val="1D332D"/>
                </a:solidFill>
                <a:latin typeface="Arial"/>
                <a:ea typeface="Arial"/>
                <a:cs typeface="Arial"/>
              </a:defRPr>
            </a:lvl7pPr>
            <a:lvl8pPr algn="l">
              <a:defRPr sz="1425" b="1">
                <a:solidFill>
                  <a:srgbClr val="1D332D"/>
                </a:solidFill>
                <a:latin typeface="Arial"/>
                <a:ea typeface="Arial"/>
                <a:cs typeface="Arial"/>
              </a:defRPr>
            </a:lvl8pPr>
            <a:lvl9pPr algn="l">
              <a:defRPr sz="1425" b="1">
                <a:solidFill>
                  <a:srgbClr val="1D332D"/>
                </a:solidFill>
                <a:latin typeface="Arial"/>
                <a:ea typeface="Arial"/>
                <a:cs typeface="Arial"/>
              </a:defRPr>
            </a:lvl9pPr>
          </a:lstStyle>
          <a:p xmlns:a="http://schemas.openxmlformats.org/drawingml/2006/main">
            <a:pPr algn="l">
              <a:defRPr sz="1425" b="1">
                <a:solidFill>
                  <a:srgbClr val="1D332D"/>
                </a:solidFill>
                <a:latin typeface="Arial"/>
                <a:ea typeface="Arial"/>
                <a:cs typeface="Arial"/>
              </a:defRPr>
            </a:pPr>
            <a:r>
              <a:rPr sz="1425" b="1">
                <a:solidFill>
                  <a:srgbClr val="1D332D"/>
                </a:solidFill>
                <a:latin typeface="Arial"/>
                <a:ea typeface="Arial"/>
                <a:cs typeface="Arial"/>
              </a:rPr>
              <a:t>Type check</a:t>
            </a:r>
          </a:p>
        </p:txBody>
      </p:sp>
      <p:sp>
        <p:nvSpPr>
          <p:cNvPr id="18" name="text">
            <a:extLst xmlns:a="http://schemas.openxmlformats.org/drawingml/2006/main">
              <a:ext uri="{FF2B5EF4-FFF2-40B4-BE49-F238E27FC236}">
                <a16:creationId xmlns:a16="http://schemas.microsoft.com/office/drawing/2014/main" id="{C52574B5-8610-4C61-B029-2BD46CAD815F}"/>
              </a:ext>
            </a:extLst>
          </p:cNvPr>
          <p:cNvSpPr>
            <a:spLocks xmlns:a="http://schemas.openxmlformats.org/drawingml/2006/main" noGrp="1"/>
          </p:cNvSpPr>
          <p:nvPr/>
        </p:nvSpPr>
        <p:spPr>
          <a:xfrm xmlns:a="http://schemas.openxmlformats.org/drawingml/2006/main">
            <a:off x="666750" y="40290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0">
                <a:solidFill>
                  <a:srgbClr val="315B4A"/>
                </a:solidFill>
                <a:latin typeface="Arial"/>
                <a:ea typeface="Arial"/>
                <a:cs typeface="Arial"/>
              </a:defRPr>
            </a:defPPr>
            <a:lvl1pPr algn="l">
              <a:defRPr sz="1725" b="0">
                <a:solidFill>
                  <a:srgbClr val="315B4A"/>
                </a:solidFill>
                <a:latin typeface="Arial"/>
                <a:ea typeface="Arial"/>
                <a:cs typeface="Arial"/>
              </a:defRPr>
            </a:lvl1pPr>
            <a:lvl2pPr algn="l">
              <a:defRPr sz="1725" b="0">
                <a:solidFill>
                  <a:srgbClr val="315B4A"/>
                </a:solidFill>
                <a:latin typeface="Arial"/>
                <a:ea typeface="Arial"/>
                <a:cs typeface="Arial"/>
              </a:defRPr>
            </a:lvl2pPr>
            <a:lvl3pPr algn="l">
              <a:defRPr sz="1725" b="0">
                <a:solidFill>
                  <a:srgbClr val="315B4A"/>
                </a:solidFill>
                <a:latin typeface="Arial"/>
                <a:ea typeface="Arial"/>
                <a:cs typeface="Arial"/>
              </a:defRPr>
            </a:lvl3pPr>
            <a:lvl4pPr algn="l">
              <a:defRPr sz="1725" b="0">
                <a:solidFill>
                  <a:srgbClr val="315B4A"/>
                </a:solidFill>
                <a:latin typeface="Arial"/>
                <a:ea typeface="Arial"/>
                <a:cs typeface="Arial"/>
              </a:defRPr>
            </a:lvl4pPr>
            <a:lvl5pPr algn="l">
              <a:defRPr sz="1725" b="0">
                <a:solidFill>
                  <a:srgbClr val="315B4A"/>
                </a:solidFill>
                <a:latin typeface="Arial"/>
                <a:ea typeface="Arial"/>
                <a:cs typeface="Arial"/>
              </a:defRPr>
            </a:lvl5pPr>
            <a:lvl6pPr algn="l">
              <a:defRPr sz="1725" b="0">
                <a:solidFill>
                  <a:srgbClr val="315B4A"/>
                </a:solidFill>
                <a:latin typeface="Arial"/>
                <a:ea typeface="Arial"/>
                <a:cs typeface="Arial"/>
              </a:defRPr>
            </a:lvl6pPr>
            <a:lvl7pPr algn="l">
              <a:defRPr sz="1725" b="0">
                <a:solidFill>
                  <a:srgbClr val="315B4A"/>
                </a:solidFill>
                <a:latin typeface="Arial"/>
                <a:ea typeface="Arial"/>
                <a:cs typeface="Arial"/>
              </a:defRPr>
            </a:lvl7pPr>
            <a:lvl8pPr algn="l">
              <a:defRPr sz="1725" b="0">
                <a:solidFill>
                  <a:srgbClr val="315B4A"/>
                </a:solidFill>
                <a:latin typeface="Arial"/>
                <a:ea typeface="Arial"/>
                <a:cs typeface="Arial"/>
              </a:defRPr>
            </a:lvl8pPr>
            <a:lvl9pPr algn="l">
              <a:defRPr sz="1725" b="0">
                <a:solidFill>
                  <a:srgbClr val="315B4A"/>
                </a:solidFill>
                <a:latin typeface="Arial"/>
                <a:ea typeface="Arial"/>
                <a:cs typeface="Arial"/>
              </a:defRPr>
            </a:lvl9pPr>
          </a:lstStyle>
          <a:p xmlns:a="http://schemas.openxmlformats.org/drawingml/2006/main">
            <a:pPr algn="l">
              <a:defRPr sz="1725" b="0">
                <a:solidFill>
                  <a:srgbClr val="315B4A"/>
                </a:solidFill>
                <a:latin typeface="Arial"/>
                <a:ea typeface="Arial"/>
                <a:cs typeface="Arial"/>
              </a:defRPr>
            </a:pPr>
            <a:r>
              <a:rPr sz="1725" b="0">
                <a:solidFill>
                  <a:srgbClr val="315B4A"/>
                </a:solidFill>
                <a:latin typeface="Arial"/>
                <a:ea typeface="Arial"/>
                <a:cs typeface="Arial"/>
              </a:rPr>
              <a:t>Passed</a:t>
            </a:r>
          </a:p>
        </p:txBody>
      </p:sp>
      <p:sp>
        <p:nvSpPr>
          <p:cNvPr id="19" name="text">
            <a:extLst xmlns:a="http://schemas.openxmlformats.org/drawingml/2006/main">
              <a:ext uri="{FF2B5EF4-FFF2-40B4-BE49-F238E27FC236}">
                <a16:creationId xmlns:a16="http://schemas.microsoft.com/office/drawing/2014/main" id="{26A33D47-4940-4F35-834D-2A0DA56D112D}"/>
              </a:ext>
            </a:extLst>
          </p:cNvPr>
          <p:cNvSpPr>
            <a:spLocks xmlns:a="http://schemas.openxmlformats.org/drawingml/2006/main" noGrp="1"/>
          </p:cNvSpPr>
          <p:nvPr/>
        </p:nvSpPr>
        <p:spPr>
          <a:xfrm xmlns:a="http://schemas.openxmlformats.org/drawingml/2006/main">
            <a:off x="3362325"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425" b="1">
                <a:solidFill>
                  <a:srgbClr val="1D332D"/>
                </a:solidFill>
                <a:latin typeface="Arial"/>
                <a:ea typeface="Arial"/>
                <a:cs typeface="Arial"/>
              </a:defRPr>
            </a:defPPr>
            <a:lvl1pPr algn="l">
              <a:defRPr sz="1425" b="1">
                <a:solidFill>
                  <a:srgbClr val="1D332D"/>
                </a:solidFill>
                <a:latin typeface="Arial"/>
                <a:ea typeface="Arial"/>
                <a:cs typeface="Arial"/>
              </a:defRPr>
            </a:lvl1pPr>
            <a:lvl2pPr algn="l">
              <a:defRPr sz="1425" b="1">
                <a:solidFill>
                  <a:srgbClr val="1D332D"/>
                </a:solidFill>
                <a:latin typeface="Arial"/>
                <a:ea typeface="Arial"/>
                <a:cs typeface="Arial"/>
              </a:defRPr>
            </a:lvl2pPr>
            <a:lvl3pPr algn="l">
              <a:defRPr sz="1425" b="1">
                <a:solidFill>
                  <a:srgbClr val="1D332D"/>
                </a:solidFill>
                <a:latin typeface="Arial"/>
                <a:ea typeface="Arial"/>
                <a:cs typeface="Arial"/>
              </a:defRPr>
            </a:lvl3pPr>
            <a:lvl4pPr algn="l">
              <a:defRPr sz="1425" b="1">
                <a:solidFill>
                  <a:srgbClr val="1D332D"/>
                </a:solidFill>
                <a:latin typeface="Arial"/>
                <a:ea typeface="Arial"/>
                <a:cs typeface="Arial"/>
              </a:defRPr>
            </a:lvl4pPr>
            <a:lvl5pPr algn="l">
              <a:defRPr sz="1425" b="1">
                <a:solidFill>
                  <a:srgbClr val="1D332D"/>
                </a:solidFill>
                <a:latin typeface="Arial"/>
                <a:ea typeface="Arial"/>
                <a:cs typeface="Arial"/>
              </a:defRPr>
            </a:lvl5pPr>
            <a:lvl6pPr algn="l">
              <a:defRPr sz="1425" b="1">
                <a:solidFill>
                  <a:srgbClr val="1D332D"/>
                </a:solidFill>
                <a:latin typeface="Arial"/>
                <a:ea typeface="Arial"/>
                <a:cs typeface="Arial"/>
              </a:defRPr>
            </a:lvl6pPr>
            <a:lvl7pPr algn="l">
              <a:defRPr sz="1425" b="1">
                <a:solidFill>
                  <a:srgbClr val="1D332D"/>
                </a:solidFill>
                <a:latin typeface="Arial"/>
                <a:ea typeface="Arial"/>
                <a:cs typeface="Arial"/>
              </a:defRPr>
            </a:lvl7pPr>
            <a:lvl8pPr algn="l">
              <a:defRPr sz="1425" b="1">
                <a:solidFill>
                  <a:srgbClr val="1D332D"/>
                </a:solidFill>
                <a:latin typeface="Arial"/>
                <a:ea typeface="Arial"/>
                <a:cs typeface="Arial"/>
              </a:defRPr>
            </a:lvl8pPr>
            <a:lvl9pPr algn="l">
              <a:defRPr sz="1425" b="1">
                <a:solidFill>
                  <a:srgbClr val="1D332D"/>
                </a:solidFill>
                <a:latin typeface="Arial"/>
                <a:ea typeface="Arial"/>
                <a:cs typeface="Arial"/>
              </a:defRPr>
            </a:lvl9pPr>
          </a:lstStyle>
          <a:p xmlns:a="http://schemas.openxmlformats.org/drawingml/2006/main">
            <a:pPr algn="l">
              <a:defRPr sz="1425" b="1">
                <a:solidFill>
                  <a:srgbClr val="1D332D"/>
                </a:solidFill>
                <a:latin typeface="Arial"/>
                <a:ea typeface="Arial"/>
                <a:cs typeface="Arial"/>
              </a:defRPr>
            </a:pPr>
            <a:r>
              <a:rPr sz="1425" b="1">
                <a:solidFill>
                  <a:srgbClr val="1D332D"/>
                </a:solidFill>
                <a:latin typeface="Arial"/>
                <a:ea typeface="Arial"/>
                <a:cs typeface="Arial"/>
              </a:rPr>
              <a:t>Production build</a:t>
            </a:r>
          </a:p>
        </p:txBody>
      </p:sp>
      <p:sp>
        <p:nvSpPr>
          <p:cNvPr id="20" name="text">
            <a:extLst xmlns:a="http://schemas.openxmlformats.org/drawingml/2006/main">
              <a:ext uri="{FF2B5EF4-FFF2-40B4-BE49-F238E27FC236}">
                <a16:creationId xmlns:a16="http://schemas.microsoft.com/office/drawing/2014/main" id="{7A176094-B938-436A-BAE1-3AF6AE5A5116}"/>
              </a:ext>
            </a:extLst>
          </p:cNvPr>
          <p:cNvSpPr>
            <a:spLocks xmlns:a="http://schemas.openxmlformats.org/drawingml/2006/main" noGrp="1"/>
          </p:cNvSpPr>
          <p:nvPr/>
        </p:nvSpPr>
        <p:spPr>
          <a:xfrm xmlns:a="http://schemas.openxmlformats.org/drawingml/2006/main">
            <a:off x="3362325" y="40290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0">
                <a:solidFill>
                  <a:srgbClr val="315B4A"/>
                </a:solidFill>
                <a:latin typeface="Arial"/>
                <a:ea typeface="Arial"/>
                <a:cs typeface="Arial"/>
              </a:defRPr>
            </a:defPPr>
            <a:lvl1pPr algn="l">
              <a:defRPr sz="1725" b="0">
                <a:solidFill>
                  <a:srgbClr val="315B4A"/>
                </a:solidFill>
                <a:latin typeface="Arial"/>
                <a:ea typeface="Arial"/>
                <a:cs typeface="Arial"/>
              </a:defRPr>
            </a:lvl1pPr>
            <a:lvl2pPr algn="l">
              <a:defRPr sz="1725" b="0">
                <a:solidFill>
                  <a:srgbClr val="315B4A"/>
                </a:solidFill>
                <a:latin typeface="Arial"/>
                <a:ea typeface="Arial"/>
                <a:cs typeface="Arial"/>
              </a:defRPr>
            </a:lvl2pPr>
            <a:lvl3pPr algn="l">
              <a:defRPr sz="1725" b="0">
                <a:solidFill>
                  <a:srgbClr val="315B4A"/>
                </a:solidFill>
                <a:latin typeface="Arial"/>
                <a:ea typeface="Arial"/>
                <a:cs typeface="Arial"/>
              </a:defRPr>
            </a:lvl3pPr>
            <a:lvl4pPr algn="l">
              <a:defRPr sz="1725" b="0">
                <a:solidFill>
                  <a:srgbClr val="315B4A"/>
                </a:solidFill>
                <a:latin typeface="Arial"/>
                <a:ea typeface="Arial"/>
                <a:cs typeface="Arial"/>
              </a:defRPr>
            </a:lvl4pPr>
            <a:lvl5pPr algn="l">
              <a:defRPr sz="1725" b="0">
                <a:solidFill>
                  <a:srgbClr val="315B4A"/>
                </a:solidFill>
                <a:latin typeface="Arial"/>
                <a:ea typeface="Arial"/>
                <a:cs typeface="Arial"/>
              </a:defRPr>
            </a:lvl5pPr>
            <a:lvl6pPr algn="l">
              <a:defRPr sz="1725" b="0">
                <a:solidFill>
                  <a:srgbClr val="315B4A"/>
                </a:solidFill>
                <a:latin typeface="Arial"/>
                <a:ea typeface="Arial"/>
                <a:cs typeface="Arial"/>
              </a:defRPr>
            </a:lvl6pPr>
            <a:lvl7pPr algn="l">
              <a:defRPr sz="1725" b="0">
                <a:solidFill>
                  <a:srgbClr val="315B4A"/>
                </a:solidFill>
                <a:latin typeface="Arial"/>
                <a:ea typeface="Arial"/>
                <a:cs typeface="Arial"/>
              </a:defRPr>
            </a:lvl7pPr>
            <a:lvl8pPr algn="l">
              <a:defRPr sz="1725" b="0">
                <a:solidFill>
                  <a:srgbClr val="315B4A"/>
                </a:solidFill>
                <a:latin typeface="Arial"/>
                <a:ea typeface="Arial"/>
                <a:cs typeface="Arial"/>
              </a:defRPr>
            </a:lvl8pPr>
            <a:lvl9pPr algn="l">
              <a:defRPr sz="1725" b="0">
                <a:solidFill>
                  <a:srgbClr val="315B4A"/>
                </a:solidFill>
                <a:latin typeface="Arial"/>
                <a:ea typeface="Arial"/>
                <a:cs typeface="Arial"/>
              </a:defRPr>
            </a:lvl9pPr>
          </a:lstStyle>
          <a:p xmlns:a="http://schemas.openxmlformats.org/drawingml/2006/main">
            <a:pPr algn="l">
              <a:defRPr sz="1725" b="0">
                <a:solidFill>
                  <a:srgbClr val="315B4A"/>
                </a:solidFill>
                <a:latin typeface="Arial"/>
                <a:ea typeface="Arial"/>
                <a:cs typeface="Arial"/>
              </a:defRPr>
            </a:pPr>
            <a:r>
              <a:rPr sz="1725" b="0">
                <a:solidFill>
                  <a:srgbClr val="315B4A"/>
                </a:solidFill>
                <a:latin typeface="Arial"/>
                <a:ea typeface="Arial"/>
                <a:cs typeface="Arial"/>
              </a:rPr>
              <a:t>Passed</a:t>
            </a:r>
          </a:p>
        </p:txBody>
      </p:sp>
      <p:sp>
        <p:nvSpPr>
          <p:cNvPr id="21" name="text">
            <a:extLst xmlns:a="http://schemas.openxmlformats.org/drawingml/2006/main">
              <a:ext uri="{FF2B5EF4-FFF2-40B4-BE49-F238E27FC236}">
                <a16:creationId xmlns:a16="http://schemas.microsoft.com/office/drawing/2014/main" id="{AAD91011-665D-4A91-A63B-2EF8D2D10394}"/>
              </a:ext>
            </a:extLst>
          </p:cNvPr>
          <p:cNvSpPr>
            <a:spLocks xmlns:a="http://schemas.openxmlformats.org/drawingml/2006/main" noGrp="1"/>
          </p:cNvSpPr>
          <p:nvPr/>
        </p:nvSpPr>
        <p:spPr>
          <a:xfrm xmlns:a="http://schemas.openxmlformats.org/drawingml/2006/main">
            <a:off x="605790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425" b="1">
                <a:solidFill>
                  <a:srgbClr val="1D332D"/>
                </a:solidFill>
                <a:latin typeface="Arial"/>
                <a:ea typeface="Arial"/>
                <a:cs typeface="Arial"/>
              </a:defRPr>
            </a:defPPr>
            <a:lvl1pPr algn="l">
              <a:defRPr sz="1425" b="1">
                <a:solidFill>
                  <a:srgbClr val="1D332D"/>
                </a:solidFill>
                <a:latin typeface="Arial"/>
                <a:ea typeface="Arial"/>
                <a:cs typeface="Arial"/>
              </a:defRPr>
            </a:lvl1pPr>
            <a:lvl2pPr algn="l">
              <a:defRPr sz="1425" b="1">
                <a:solidFill>
                  <a:srgbClr val="1D332D"/>
                </a:solidFill>
                <a:latin typeface="Arial"/>
                <a:ea typeface="Arial"/>
                <a:cs typeface="Arial"/>
              </a:defRPr>
            </a:lvl2pPr>
            <a:lvl3pPr algn="l">
              <a:defRPr sz="1425" b="1">
                <a:solidFill>
                  <a:srgbClr val="1D332D"/>
                </a:solidFill>
                <a:latin typeface="Arial"/>
                <a:ea typeface="Arial"/>
                <a:cs typeface="Arial"/>
              </a:defRPr>
            </a:lvl3pPr>
            <a:lvl4pPr algn="l">
              <a:defRPr sz="1425" b="1">
                <a:solidFill>
                  <a:srgbClr val="1D332D"/>
                </a:solidFill>
                <a:latin typeface="Arial"/>
                <a:ea typeface="Arial"/>
                <a:cs typeface="Arial"/>
              </a:defRPr>
            </a:lvl4pPr>
            <a:lvl5pPr algn="l">
              <a:defRPr sz="1425" b="1">
                <a:solidFill>
                  <a:srgbClr val="1D332D"/>
                </a:solidFill>
                <a:latin typeface="Arial"/>
                <a:ea typeface="Arial"/>
                <a:cs typeface="Arial"/>
              </a:defRPr>
            </a:lvl5pPr>
            <a:lvl6pPr algn="l">
              <a:defRPr sz="1425" b="1">
                <a:solidFill>
                  <a:srgbClr val="1D332D"/>
                </a:solidFill>
                <a:latin typeface="Arial"/>
                <a:ea typeface="Arial"/>
                <a:cs typeface="Arial"/>
              </a:defRPr>
            </a:lvl6pPr>
            <a:lvl7pPr algn="l">
              <a:defRPr sz="1425" b="1">
                <a:solidFill>
                  <a:srgbClr val="1D332D"/>
                </a:solidFill>
                <a:latin typeface="Arial"/>
                <a:ea typeface="Arial"/>
                <a:cs typeface="Arial"/>
              </a:defRPr>
            </a:lvl7pPr>
            <a:lvl8pPr algn="l">
              <a:defRPr sz="1425" b="1">
                <a:solidFill>
                  <a:srgbClr val="1D332D"/>
                </a:solidFill>
                <a:latin typeface="Arial"/>
                <a:ea typeface="Arial"/>
                <a:cs typeface="Arial"/>
              </a:defRPr>
            </a:lvl8pPr>
            <a:lvl9pPr algn="l">
              <a:defRPr sz="1425" b="1">
                <a:solidFill>
                  <a:srgbClr val="1D332D"/>
                </a:solidFill>
                <a:latin typeface="Arial"/>
                <a:ea typeface="Arial"/>
                <a:cs typeface="Arial"/>
              </a:defRPr>
            </a:lvl9pPr>
          </a:lstStyle>
          <a:p xmlns:a="http://schemas.openxmlformats.org/drawingml/2006/main">
            <a:pPr algn="l">
              <a:defRPr sz="1425" b="1">
                <a:solidFill>
                  <a:srgbClr val="1D332D"/>
                </a:solidFill>
                <a:latin typeface="Arial"/>
                <a:ea typeface="Arial"/>
                <a:cs typeface="Arial"/>
              </a:defRPr>
            </a:pPr>
            <a:r>
              <a:rPr sz="1425" b="1">
                <a:solidFill>
                  <a:srgbClr val="1D332D"/>
                </a:solidFill>
                <a:latin typeface="Arial"/>
                <a:ea typeface="Arial"/>
                <a:cs typeface="Arial"/>
              </a:rPr>
              <a:t>Dependency audit</a:t>
            </a:r>
          </a:p>
        </p:txBody>
      </p:sp>
      <p:sp>
        <p:nvSpPr>
          <p:cNvPr id="22" name="text">
            <a:extLst xmlns:a="http://schemas.openxmlformats.org/drawingml/2006/main">
              <a:ext uri="{FF2B5EF4-FFF2-40B4-BE49-F238E27FC236}">
                <a16:creationId xmlns:a16="http://schemas.microsoft.com/office/drawing/2014/main" id="{B144F53C-EB90-40C3-86B8-BC7216D03A90}"/>
              </a:ext>
            </a:extLst>
          </p:cNvPr>
          <p:cNvSpPr>
            <a:spLocks xmlns:a="http://schemas.openxmlformats.org/drawingml/2006/main" noGrp="1"/>
          </p:cNvSpPr>
          <p:nvPr/>
        </p:nvSpPr>
        <p:spPr>
          <a:xfrm xmlns:a="http://schemas.openxmlformats.org/drawingml/2006/main">
            <a:off x="6057900" y="40290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725" b="0">
                <a:solidFill>
                  <a:srgbClr val="315B4A"/>
                </a:solidFill>
                <a:latin typeface="Arial"/>
                <a:ea typeface="Arial"/>
                <a:cs typeface="Arial"/>
              </a:defRPr>
            </a:defPPr>
            <a:lvl1pPr algn="l">
              <a:defRPr sz="1725" b="0">
                <a:solidFill>
                  <a:srgbClr val="315B4A"/>
                </a:solidFill>
                <a:latin typeface="Arial"/>
                <a:ea typeface="Arial"/>
                <a:cs typeface="Arial"/>
              </a:defRPr>
            </a:lvl1pPr>
            <a:lvl2pPr algn="l">
              <a:defRPr sz="1725" b="0">
                <a:solidFill>
                  <a:srgbClr val="315B4A"/>
                </a:solidFill>
                <a:latin typeface="Arial"/>
                <a:ea typeface="Arial"/>
                <a:cs typeface="Arial"/>
              </a:defRPr>
            </a:lvl2pPr>
            <a:lvl3pPr algn="l">
              <a:defRPr sz="1725" b="0">
                <a:solidFill>
                  <a:srgbClr val="315B4A"/>
                </a:solidFill>
                <a:latin typeface="Arial"/>
                <a:ea typeface="Arial"/>
                <a:cs typeface="Arial"/>
              </a:defRPr>
            </a:lvl3pPr>
            <a:lvl4pPr algn="l">
              <a:defRPr sz="1725" b="0">
                <a:solidFill>
                  <a:srgbClr val="315B4A"/>
                </a:solidFill>
                <a:latin typeface="Arial"/>
                <a:ea typeface="Arial"/>
                <a:cs typeface="Arial"/>
              </a:defRPr>
            </a:lvl4pPr>
            <a:lvl5pPr algn="l">
              <a:defRPr sz="1725" b="0">
                <a:solidFill>
                  <a:srgbClr val="315B4A"/>
                </a:solidFill>
                <a:latin typeface="Arial"/>
                <a:ea typeface="Arial"/>
                <a:cs typeface="Arial"/>
              </a:defRPr>
            </a:lvl5pPr>
            <a:lvl6pPr algn="l">
              <a:defRPr sz="1725" b="0">
                <a:solidFill>
                  <a:srgbClr val="315B4A"/>
                </a:solidFill>
                <a:latin typeface="Arial"/>
                <a:ea typeface="Arial"/>
                <a:cs typeface="Arial"/>
              </a:defRPr>
            </a:lvl6pPr>
            <a:lvl7pPr algn="l">
              <a:defRPr sz="1725" b="0">
                <a:solidFill>
                  <a:srgbClr val="315B4A"/>
                </a:solidFill>
                <a:latin typeface="Arial"/>
                <a:ea typeface="Arial"/>
                <a:cs typeface="Arial"/>
              </a:defRPr>
            </a:lvl7pPr>
            <a:lvl8pPr algn="l">
              <a:defRPr sz="1725" b="0">
                <a:solidFill>
                  <a:srgbClr val="315B4A"/>
                </a:solidFill>
                <a:latin typeface="Arial"/>
                <a:ea typeface="Arial"/>
                <a:cs typeface="Arial"/>
              </a:defRPr>
            </a:lvl8pPr>
            <a:lvl9pPr algn="l">
              <a:defRPr sz="1725" b="0">
                <a:solidFill>
                  <a:srgbClr val="315B4A"/>
                </a:solidFill>
                <a:latin typeface="Arial"/>
                <a:ea typeface="Arial"/>
                <a:cs typeface="Arial"/>
              </a:defRPr>
            </a:lvl9pPr>
          </a:lstStyle>
          <a:p xmlns:a="http://schemas.openxmlformats.org/drawingml/2006/main">
            <a:pPr algn="l">
              <a:defRPr sz="1725" b="0">
                <a:solidFill>
                  <a:srgbClr val="315B4A"/>
                </a:solidFill>
                <a:latin typeface="Arial"/>
                <a:ea typeface="Arial"/>
                <a:cs typeface="Arial"/>
              </a:defRPr>
            </a:pPr>
            <a:r>
              <a:rPr sz="1725" b="0">
                <a:solidFill>
                  <a:srgbClr val="315B4A"/>
                </a:solidFill>
                <a:latin typeface="Arial"/>
                <a:ea typeface="Arial"/>
                <a:cs typeface="Arial"/>
              </a:rPr>
              <a:t>0 vulnerabilities</a:t>
            </a:r>
          </a:p>
        </p:txBody>
      </p:sp>
      <p:sp>
        <p:nvSpPr>
          <p:cNvPr id="23" name="text">
            <a:extLst xmlns:a="http://schemas.openxmlformats.org/drawingml/2006/main">
              <a:ext uri="{FF2B5EF4-FFF2-40B4-BE49-F238E27FC236}">
                <a16:creationId xmlns:a16="http://schemas.microsoft.com/office/drawing/2014/main" id="{70630576-33A0-4FE8-B958-FF6A602D9DDA}"/>
              </a:ext>
            </a:extLst>
          </p:cNvPr>
          <p:cNvSpPr>
            <a:spLocks xmlns:a="http://schemas.openxmlformats.org/drawingml/2006/main" noGrp="1"/>
          </p:cNvSpPr>
          <p:nvPr/>
        </p:nvSpPr>
        <p:spPr>
          <a:xfrm xmlns:a="http://schemas.openxmlformats.org/drawingml/2006/main">
            <a:off x="8753475" y="3657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425" b="1">
                <a:solidFill>
                  <a:srgbClr val="1D332D"/>
                </a:solidFill>
                <a:latin typeface="Arial"/>
                <a:ea typeface="Arial"/>
                <a:cs typeface="Arial"/>
              </a:defRPr>
            </a:defPPr>
            <a:lvl1pPr algn="l">
              <a:defRPr sz="1425" b="1">
                <a:solidFill>
                  <a:srgbClr val="1D332D"/>
                </a:solidFill>
                <a:latin typeface="Arial"/>
                <a:ea typeface="Arial"/>
                <a:cs typeface="Arial"/>
              </a:defRPr>
            </a:lvl1pPr>
            <a:lvl2pPr algn="l">
              <a:defRPr sz="1425" b="1">
                <a:solidFill>
                  <a:srgbClr val="1D332D"/>
                </a:solidFill>
                <a:latin typeface="Arial"/>
                <a:ea typeface="Arial"/>
                <a:cs typeface="Arial"/>
              </a:defRPr>
            </a:lvl2pPr>
            <a:lvl3pPr algn="l">
              <a:defRPr sz="1425" b="1">
                <a:solidFill>
                  <a:srgbClr val="1D332D"/>
                </a:solidFill>
                <a:latin typeface="Arial"/>
                <a:ea typeface="Arial"/>
                <a:cs typeface="Arial"/>
              </a:defRPr>
            </a:lvl3pPr>
            <a:lvl4pPr algn="l">
              <a:defRPr sz="1425" b="1">
                <a:solidFill>
                  <a:srgbClr val="1D332D"/>
                </a:solidFill>
                <a:latin typeface="Arial"/>
                <a:ea typeface="Arial"/>
                <a:cs typeface="Arial"/>
              </a:defRPr>
            </a:lvl4pPr>
            <a:lvl5pPr algn="l">
              <a:defRPr sz="1425" b="1">
                <a:solidFill>
                  <a:srgbClr val="1D332D"/>
                </a:solidFill>
                <a:latin typeface="Arial"/>
                <a:ea typeface="Arial"/>
                <a:cs typeface="Arial"/>
              </a:defRPr>
            </a:lvl5pPr>
            <a:lvl6pPr algn="l">
              <a:defRPr sz="1425" b="1">
                <a:solidFill>
                  <a:srgbClr val="1D332D"/>
                </a:solidFill>
                <a:latin typeface="Arial"/>
                <a:ea typeface="Arial"/>
                <a:cs typeface="Arial"/>
              </a:defRPr>
            </a:lvl6pPr>
            <a:lvl7pPr algn="l">
              <a:defRPr sz="1425" b="1">
                <a:solidFill>
                  <a:srgbClr val="1D332D"/>
                </a:solidFill>
                <a:latin typeface="Arial"/>
                <a:ea typeface="Arial"/>
                <a:cs typeface="Arial"/>
              </a:defRPr>
            </a:lvl7pPr>
            <a:lvl8pPr algn="l">
              <a:defRPr sz="1425" b="1">
                <a:solidFill>
                  <a:srgbClr val="1D332D"/>
                </a:solidFill>
                <a:latin typeface="Arial"/>
                <a:ea typeface="Arial"/>
                <a:cs typeface="Arial"/>
              </a:defRPr>
            </a:lvl8pPr>
            <a:lvl9pPr algn="l">
              <a:defRPr sz="1425" b="1">
                <a:solidFill>
                  <a:srgbClr val="1D332D"/>
                </a:solidFill>
                <a:latin typeface="Arial"/>
                <a:ea typeface="Arial"/>
                <a:cs typeface="Arial"/>
              </a:defRPr>
            </a:lvl9pPr>
          </a:lstStyle>
          <a:p xmlns:a="http://schemas.openxmlformats.org/drawingml/2006/main">
            <a:pPr algn="l">
              <a:defRPr sz="1425" b="1">
                <a:solidFill>
                  <a:srgbClr val="1D332D"/>
                </a:solidFill>
                <a:latin typeface="Arial"/>
                <a:ea typeface="Arial"/>
                <a:cs typeface="Arial"/>
              </a:defRPr>
            </a:pPr>
            <a:r>
              <a:rPr sz="1425" b="1">
                <a:solidFill>
                  <a:srgbClr val="1D332D"/>
                </a:solidFill>
                <a:latin typeface="Arial"/>
                <a:ea typeface="Arial"/>
                <a:cs typeface="Arial"/>
              </a:rPr>
              <a:t>Initial web bundle</a:t>
            </a:r>
          </a:p>
        </p:txBody>
      </p:sp>
      <p:sp>
        <p:nvSpPr>
          <p:cNvPr id="24" name="text">
            <a:extLst xmlns:a="http://schemas.openxmlformats.org/drawingml/2006/main">
              <a:ext uri="{FF2B5EF4-FFF2-40B4-BE49-F238E27FC236}">
                <a16:creationId xmlns:a16="http://schemas.microsoft.com/office/drawing/2014/main" id="{37E85951-3111-4935-9736-26AB367836DF}"/>
              </a:ext>
            </a:extLst>
          </p:cNvPr>
          <p:cNvSpPr>
            <a:spLocks xmlns:a="http://schemas.openxmlformats.org/drawingml/2006/main" noGrp="1"/>
          </p:cNvSpPr>
          <p:nvPr/>
        </p:nvSpPr>
        <p:spPr>
          <a:xfrm xmlns:a="http://schemas.openxmlformats.org/drawingml/2006/main">
            <a:off x="8753475" y="402907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0">
                <a:solidFill>
                  <a:srgbClr val="315B4A"/>
                </a:solidFill>
                <a:latin typeface="Arial"/>
                <a:ea typeface="Arial"/>
                <a:cs typeface="Arial"/>
              </a:defRPr>
            </a:defPPr>
            <a:lvl1pPr algn="l">
              <a:defRPr sz="1575" b="0">
                <a:solidFill>
                  <a:srgbClr val="315B4A"/>
                </a:solidFill>
                <a:latin typeface="Arial"/>
                <a:ea typeface="Arial"/>
                <a:cs typeface="Arial"/>
              </a:defRPr>
            </a:lvl1pPr>
            <a:lvl2pPr algn="l">
              <a:defRPr sz="1575" b="0">
                <a:solidFill>
                  <a:srgbClr val="315B4A"/>
                </a:solidFill>
                <a:latin typeface="Arial"/>
                <a:ea typeface="Arial"/>
                <a:cs typeface="Arial"/>
              </a:defRPr>
            </a:lvl2pPr>
            <a:lvl3pPr algn="l">
              <a:defRPr sz="1575" b="0">
                <a:solidFill>
                  <a:srgbClr val="315B4A"/>
                </a:solidFill>
                <a:latin typeface="Arial"/>
                <a:ea typeface="Arial"/>
                <a:cs typeface="Arial"/>
              </a:defRPr>
            </a:lvl3pPr>
            <a:lvl4pPr algn="l">
              <a:defRPr sz="1575" b="0">
                <a:solidFill>
                  <a:srgbClr val="315B4A"/>
                </a:solidFill>
                <a:latin typeface="Arial"/>
                <a:ea typeface="Arial"/>
                <a:cs typeface="Arial"/>
              </a:defRPr>
            </a:lvl4pPr>
            <a:lvl5pPr algn="l">
              <a:defRPr sz="1575" b="0">
                <a:solidFill>
                  <a:srgbClr val="315B4A"/>
                </a:solidFill>
                <a:latin typeface="Arial"/>
                <a:ea typeface="Arial"/>
                <a:cs typeface="Arial"/>
              </a:defRPr>
            </a:lvl5pPr>
            <a:lvl6pPr algn="l">
              <a:defRPr sz="1575" b="0">
                <a:solidFill>
                  <a:srgbClr val="315B4A"/>
                </a:solidFill>
                <a:latin typeface="Arial"/>
                <a:ea typeface="Arial"/>
                <a:cs typeface="Arial"/>
              </a:defRPr>
            </a:lvl6pPr>
            <a:lvl7pPr algn="l">
              <a:defRPr sz="1575" b="0">
                <a:solidFill>
                  <a:srgbClr val="315B4A"/>
                </a:solidFill>
                <a:latin typeface="Arial"/>
                <a:ea typeface="Arial"/>
                <a:cs typeface="Arial"/>
              </a:defRPr>
            </a:lvl7pPr>
            <a:lvl8pPr algn="l">
              <a:defRPr sz="1575" b="0">
                <a:solidFill>
                  <a:srgbClr val="315B4A"/>
                </a:solidFill>
                <a:latin typeface="Arial"/>
                <a:ea typeface="Arial"/>
                <a:cs typeface="Arial"/>
              </a:defRPr>
            </a:lvl8pPr>
            <a:lvl9pPr algn="l">
              <a:defRPr sz="1575" b="0">
                <a:solidFill>
                  <a:srgbClr val="315B4A"/>
                </a:solidFill>
                <a:latin typeface="Arial"/>
                <a:ea typeface="Arial"/>
                <a:cs typeface="Arial"/>
              </a:defRPr>
            </a:lvl9pPr>
          </a:lstStyle>
          <a:p xmlns:a="http://schemas.openxmlformats.org/drawingml/2006/main">
            <a:pPr algn="l">
              <a:defRPr sz="1575" b="0">
                <a:solidFill>
                  <a:srgbClr val="315B4A"/>
                </a:solidFill>
                <a:latin typeface="Arial"/>
                <a:ea typeface="Arial"/>
                <a:cs typeface="Arial"/>
              </a:defRPr>
            </a:pPr>
            <a:r>
              <a:rPr sz="1575" b="0">
                <a:solidFill>
                  <a:srgbClr val="315B4A"/>
                </a:solidFill>
                <a:latin typeface="Arial"/>
                <a:ea typeface="Arial"/>
                <a:cs typeface="Arial"/>
              </a:rPr>
              <a:t>414 KB · 130 KB gzip</a:t>
            </a:r>
          </a:p>
        </p:txBody>
      </p:sp>
      <p:sp>
        <p:nvSpPr>
          <p:cNvPr id="25" name="text">
            <a:extLst xmlns:a="http://schemas.openxmlformats.org/drawingml/2006/main">
              <a:ext uri="{FF2B5EF4-FFF2-40B4-BE49-F238E27FC236}">
                <a16:creationId xmlns:a16="http://schemas.microsoft.com/office/drawing/2014/main" id="{ACCDF0C9-6CF5-40A8-BD0B-6E9A2E9EE7A8}"/>
              </a:ext>
            </a:extLst>
          </p:cNvPr>
          <p:cNvSpPr>
            <a:spLocks xmlns:a="http://schemas.openxmlformats.org/drawingml/2006/main" noGrp="1"/>
          </p:cNvSpPr>
          <p:nvPr/>
        </p:nvSpPr>
        <p:spPr>
          <a:xfrm xmlns:a="http://schemas.openxmlformats.org/drawingml/2006/main">
            <a:off x="666750" y="5000625"/>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0">
                <a:solidFill>
                  <a:srgbClr val="536A61"/>
                </a:solidFill>
                <a:latin typeface="Arial"/>
                <a:ea typeface="Arial"/>
                <a:cs typeface="Arial"/>
              </a:defRPr>
            </a:defPPr>
            <a:lvl1pPr algn="l">
              <a:defRPr sz="1350" b="0">
                <a:solidFill>
                  <a:srgbClr val="536A61"/>
                </a:solidFill>
                <a:latin typeface="Arial"/>
                <a:ea typeface="Arial"/>
                <a:cs typeface="Arial"/>
              </a:defRPr>
            </a:lvl1pPr>
            <a:lvl2pPr algn="l">
              <a:defRPr sz="1350" b="0">
                <a:solidFill>
                  <a:srgbClr val="536A61"/>
                </a:solidFill>
                <a:latin typeface="Arial"/>
                <a:ea typeface="Arial"/>
                <a:cs typeface="Arial"/>
              </a:defRPr>
            </a:lvl2pPr>
            <a:lvl3pPr algn="l">
              <a:defRPr sz="1350" b="0">
                <a:solidFill>
                  <a:srgbClr val="536A61"/>
                </a:solidFill>
                <a:latin typeface="Arial"/>
                <a:ea typeface="Arial"/>
                <a:cs typeface="Arial"/>
              </a:defRPr>
            </a:lvl3pPr>
            <a:lvl4pPr algn="l">
              <a:defRPr sz="1350" b="0">
                <a:solidFill>
                  <a:srgbClr val="536A61"/>
                </a:solidFill>
                <a:latin typeface="Arial"/>
                <a:ea typeface="Arial"/>
                <a:cs typeface="Arial"/>
              </a:defRPr>
            </a:lvl4pPr>
            <a:lvl5pPr algn="l">
              <a:defRPr sz="1350" b="0">
                <a:solidFill>
                  <a:srgbClr val="536A61"/>
                </a:solidFill>
                <a:latin typeface="Arial"/>
                <a:ea typeface="Arial"/>
                <a:cs typeface="Arial"/>
              </a:defRPr>
            </a:lvl5pPr>
            <a:lvl6pPr algn="l">
              <a:defRPr sz="1350" b="0">
                <a:solidFill>
                  <a:srgbClr val="536A61"/>
                </a:solidFill>
                <a:latin typeface="Arial"/>
                <a:ea typeface="Arial"/>
                <a:cs typeface="Arial"/>
              </a:defRPr>
            </a:lvl6pPr>
            <a:lvl7pPr algn="l">
              <a:defRPr sz="1350" b="0">
                <a:solidFill>
                  <a:srgbClr val="536A61"/>
                </a:solidFill>
                <a:latin typeface="Arial"/>
                <a:ea typeface="Arial"/>
                <a:cs typeface="Arial"/>
              </a:defRPr>
            </a:lvl7pPr>
            <a:lvl8pPr algn="l">
              <a:defRPr sz="1350" b="0">
                <a:solidFill>
                  <a:srgbClr val="536A61"/>
                </a:solidFill>
                <a:latin typeface="Arial"/>
                <a:ea typeface="Arial"/>
                <a:cs typeface="Arial"/>
              </a:defRPr>
            </a:lvl8pPr>
            <a:lvl9pPr algn="l">
              <a:defRPr sz="1350" b="0">
                <a:solidFill>
                  <a:srgbClr val="536A61"/>
                </a:solidFill>
                <a:latin typeface="Arial"/>
                <a:ea typeface="Arial"/>
                <a:cs typeface="Arial"/>
              </a:defRPr>
            </a:lvl9pPr>
          </a:lstStyle>
          <a:p xmlns:a="http://schemas.openxmlformats.org/drawingml/2006/main">
            <a:pPr algn="l">
              <a:defRPr sz="1350" b="0">
                <a:solidFill>
                  <a:srgbClr val="536A61"/>
                </a:solidFill>
                <a:latin typeface="Arial"/>
                <a:ea typeface="Arial"/>
                <a:cs typeface="Arial"/>
              </a:defRPr>
            </a:pPr>
            <a:r>
              <a:rPr sz="1350" b="0">
                <a:solidFill>
                  <a:srgbClr val="536A61"/>
                </a:solidFill>
                <a:latin typeface="Arial"/>
                <a:ea typeface="Arial"/>
                <a:cs typeface="Arial"/>
              </a:rPr>
              <a:t>Local smoke run, not a production performance benchmark. HLS and LiveKit client chunks load on demand.</a:t>
            </a:r>
          </a:p>
        </p:txBody>
      </p:sp>
    </p:spTree>
    <p:extLst>
      <p:ext uri="{BB962C8B-B14F-4D97-AF65-F5344CB8AC3E}">
        <p14:creationId xmlns:p14="http://schemas.microsoft.com/office/powerpoint/2010/main" val="1550956127"/>
      </p:ext>
    </p:extLst>
  </p:cSld>
</p:sld>
</file>

<file path=ppt/slides/slide9.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EEF8B1E-F5B2-4EB8-A12E-5F387D660CF5}"/>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1D332D"/>
                </a:solidFill>
                <a:latin typeface="Arial"/>
                <a:ea typeface="Arial"/>
                <a:cs typeface="Arial"/>
              </a:defRPr>
            </a:defPPr>
            <a:lvl1pPr algn="l">
              <a:defRPr sz="3150" b="1">
                <a:solidFill>
                  <a:srgbClr val="1D332D"/>
                </a:solidFill>
                <a:latin typeface="Arial"/>
                <a:ea typeface="Arial"/>
                <a:cs typeface="Arial"/>
              </a:defRPr>
            </a:lvl1pPr>
            <a:lvl2pPr algn="l">
              <a:defRPr sz="3150" b="1">
                <a:solidFill>
                  <a:srgbClr val="1D332D"/>
                </a:solidFill>
                <a:latin typeface="Arial"/>
                <a:ea typeface="Arial"/>
                <a:cs typeface="Arial"/>
              </a:defRPr>
            </a:lvl2pPr>
            <a:lvl3pPr algn="l">
              <a:defRPr sz="3150" b="1">
                <a:solidFill>
                  <a:srgbClr val="1D332D"/>
                </a:solidFill>
                <a:latin typeface="Arial"/>
                <a:ea typeface="Arial"/>
                <a:cs typeface="Arial"/>
              </a:defRPr>
            </a:lvl3pPr>
            <a:lvl4pPr algn="l">
              <a:defRPr sz="3150" b="1">
                <a:solidFill>
                  <a:srgbClr val="1D332D"/>
                </a:solidFill>
                <a:latin typeface="Arial"/>
                <a:ea typeface="Arial"/>
                <a:cs typeface="Arial"/>
              </a:defRPr>
            </a:lvl4pPr>
            <a:lvl5pPr algn="l">
              <a:defRPr sz="3150" b="1">
                <a:solidFill>
                  <a:srgbClr val="1D332D"/>
                </a:solidFill>
                <a:latin typeface="Arial"/>
                <a:ea typeface="Arial"/>
                <a:cs typeface="Arial"/>
              </a:defRPr>
            </a:lvl5pPr>
            <a:lvl6pPr algn="l">
              <a:defRPr sz="3150" b="1">
                <a:solidFill>
                  <a:srgbClr val="1D332D"/>
                </a:solidFill>
                <a:latin typeface="Arial"/>
                <a:ea typeface="Arial"/>
                <a:cs typeface="Arial"/>
              </a:defRPr>
            </a:lvl6pPr>
            <a:lvl7pPr algn="l">
              <a:defRPr sz="3150" b="1">
                <a:solidFill>
                  <a:srgbClr val="1D332D"/>
                </a:solidFill>
                <a:latin typeface="Arial"/>
                <a:ea typeface="Arial"/>
                <a:cs typeface="Arial"/>
              </a:defRPr>
            </a:lvl7pPr>
            <a:lvl8pPr algn="l">
              <a:defRPr sz="3150" b="1">
                <a:solidFill>
                  <a:srgbClr val="1D332D"/>
                </a:solidFill>
                <a:latin typeface="Arial"/>
                <a:ea typeface="Arial"/>
                <a:cs typeface="Arial"/>
              </a:defRPr>
            </a:lvl8pPr>
            <a:lvl9pPr algn="l">
              <a:defRPr sz="3150" b="1">
                <a:solidFill>
                  <a:srgbClr val="1D332D"/>
                </a:solidFill>
                <a:latin typeface="Arial"/>
                <a:ea typeface="Arial"/>
                <a:cs typeface="Arial"/>
              </a:defRPr>
            </a:lvl9pPr>
          </a:lstStyle>
          <a:p xmlns:a="http://schemas.openxmlformats.org/drawingml/2006/main">
            <a:pPr algn="l">
              <a:defRPr sz="3150" b="1">
                <a:solidFill>
                  <a:srgbClr val="1D332D"/>
                </a:solidFill>
                <a:latin typeface="Arial"/>
                <a:ea typeface="Arial"/>
                <a:cs typeface="Arial"/>
              </a:defRPr>
            </a:pPr>
            <a:r>
              <a:rPr sz="3150" b="1">
                <a:solidFill>
                  <a:srgbClr val="1D332D"/>
                </a:solidFill>
                <a:latin typeface="Arial"/>
                <a:ea typeface="Arial"/>
                <a:cs typeface="Arial"/>
              </a:rPr>
              <a:t>Tradeoffs made for a useful local demo</a:t>
            </a:r>
          </a:p>
        </p:txBody>
      </p:sp>
      <p:sp>
        <p:nvSpPr>
          <p:cNvPr id="2" name="">
            <a:extLst xmlns:a="http://schemas.openxmlformats.org/drawingml/2006/main">
              <a:ext uri="{FF2B5EF4-FFF2-40B4-BE49-F238E27FC236}">
                <a16:creationId xmlns:a16="http://schemas.microsoft.com/office/drawing/2014/main" id="{05DDB02E-2EFC-4DE1-BA3D-B117C523258B}"/>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8DE16201-86AC-4D06-8F98-7B4A56E196D4}"/>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315B4A"/>
                </a:solidFill>
                <a:latin typeface="Arial"/>
                <a:ea typeface="Arial"/>
                <a:cs typeface="Arial"/>
              </a:defRPr>
            </a:defPPr>
            <a:lvl1pPr algn="r">
              <a:defRPr sz="1050" b="1">
                <a:solidFill>
                  <a:srgbClr val="315B4A"/>
                </a:solidFill>
                <a:latin typeface="Arial"/>
                <a:ea typeface="Arial"/>
                <a:cs typeface="Arial"/>
              </a:defRPr>
            </a:lvl1pPr>
            <a:lvl2pPr algn="r">
              <a:defRPr sz="1050" b="1">
                <a:solidFill>
                  <a:srgbClr val="315B4A"/>
                </a:solidFill>
                <a:latin typeface="Arial"/>
                <a:ea typeface="Arial"/>
                <a:cs typeface="Arial"/>
              </a:defRPr>
            </a:lvl2pPr>
            <a:lvl3pPr algn="r">
              <a:defRPr sz="1050" b="1">
                <a:solidFill>
                  <a:srgbClr val="315B4A"/>
                </a:solidFill>
                <a:latin typeface="Arial"/>
                <a:ea typeface="Arial"/>
                <a:cs typeface="Arial"/>
              </a:defRPr>
            </a:lvl3pPr>
            <a:lvl4pPr algn="r">
              <a:defRPr sz="1050" b="1">
                <a:solidFill>
                  <a:srgbClr val="315B4A"/>
                </a:solidFill>
                <a:latin typeface="Arial"/>
                <a:ea typeface="Arial"/>
                <a:cs typeface="Arial"/>
              </a:defRPr>
            </a:lvl4pPr>
            <a:lvl5pPr algn="r">
              <a:defRPr sz="1050" b="1">
                <a:solidFill>
                  <a:srgbClr val="315B4A"/>
                </a:solidFill>
                <a:latin typeface="Arial"/>
                <a:ea typeface="Arial"/>
                <a:cs typeface="Arial"/>
              </a:defRPr>
            </a:lvl5pPr>
            <a:lvl6pPr algn="r">
              <a:defRPr sz="1050" b="1">
                <a:solidFill>
                  <a:srgbClr val="315B4A"/>
                </a:solidFill>
                <a:latin typeface="Arial"/>
                <a:ea typeface="Arial"/>
                <a:cs typeface="Arial"/>
              </a:defRPr>
            </a:lvl6pPr>
            <a:lvl7pPr algn="r">
              <a:defRPr sz="1050" b="1">
                <a:solidFill>
                  <a:srgbClr val="315B4A"/>
                </a:solidFill>
                <a:latin typeface="Arial"/>
                <a:ea typeface="Arial"/>
                <a:cs typeface="Arial"/>
              </a:defRPr>
            </a:lvl7pPr>
            <a:lvl8pPr algn="r">
              <a:defRPr sz="1050" b="1">
                <a:solidFill>
                  <a:srgbClr val="315B4A"/>
                </a:solidFill>
                <a:latin typeface="Arial"/>
                <a:ea typeface="Arial"/>
                <a:cs typeface="Arial"/>
              </a:defRPr>
            </a:lvl8pPr>
            <a:lvl9pPr algn="r">
              <a:defRPr sz="1050" b="1">
                <a:solidFill>
                  <a:srgbClr val="315B4A"/>
                </a:solidFill>
                <a:latin typeface="Arial"/>
                <a:ea typeface="Arial"/>
                <a:cs typeface="Arial"/>
              </a:defRPr>
            </a:lvl9pPr>
          </a:lstStyle>
          <a:p xmlns:a="http://schemas.openxmlformats.org/drawingml/2006/main">
            <a:pPr algn="r">
              <a:defRPr sz="1050" b="1">
                <a:solidFill>
                  <a:srgbClr val="315B4A"/>
                </a:solidFill>
                <a:latin typeface="Arial"/>
                <a:ea typeface="Arial"/>
                <a:cs typeface="Arial"/>
              </a:defRPr>
            </a:pPr>
            <a:r>
              <a:rPr sz="1050" b="1">
                <a:solidFill>
                  <a:srgbClr val="315B4A"/>
                </a:solidFill>
                <a:latin typeface="Arial"/>
                <a:ea typeface="Arial"/>
                <a:cs typeface="Arial"/>
              </a:rPr>
              <a:t>08:30–09:15</a:t>
            </a:r>
          </a:p>
        </p:txBody>
      </p:sp>
      <p:sp>
        <p:nvSpPr>
          <p:cNvPr id="4" name="text">
            <a:extLst xmlns:a="http://schemas.openxmlformats.org/drawingml/2006/main">
              <a:ext uri="{FF2B5EF4-FFF2-40B4-BE49-F238E27FC236}">
                <a16:creationId xmlns:a16="http://schemas.microsoft.com/office/drawing/2014/main" id="{5CE5E9DD-9725-4FC5-96A1-AED6FFE9A457}"/>
              </a:ext>
            </a:extLst>
          </p:cNvPr>
          <p:cNvSpPr>
            <a:spLocks xmlns:a="http://schemas.openxmlformats.org/drawingml/2006/main" noGrp="1"/>
          </p:cNvSpPr>
          <p:nvPr/>
        </p:nvSpPr>
        <p:spPr>
          <a:xfrm xmlns:a="http://schemas.openxmlformats.org/drawingml/2006/main">
            <a:off x="666750" y="15335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LOCAL DEMO</a:t>
            </a:r>
          </a:p>
        </p:txBody>
      </p:sp>
      <p:sp>
        <p:nvSpPr>
          <p:cNvPr id="5" name="text">
            <a:extLst xmlns:a="http://schemas.openxmlformats.org/drawingml/2006/main">
              <a:ext uri="{FF2B5EF4-FFF2-40B4-BE49-F238E27FC236}">
                <a16:creationId xmlns:a16="http://schemas.microsoft.com/office/drawing/2014/main" id="{244548EA-CD1F-401C-9EB3-66CC39FA3BA4}"/>
              </a:ext>
            </a:extLst>
          </p:cNvPr>
          <p:cNvSpPr>
            <a:spLocks xmlns:a="http://schemas.openxmlformats.org/drawingml/2006/main" noGrp="1"/>
          </p:cNvSpPr>
          <p:nvPr/>
        </p:nvSpPr>
        <p:spPr>
          <a:xfrm xmlns:a="http://schemas.openxmlformats.org/drawingml/2006/main">
            <a:off x="666750" y="20574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1D332D"/>
                </a:solidFill>
                <a:latin typeface="Arial"/>
                <a:ea typeface="Arial"/>
                <a:cs typeface="Arial"/>
              </a:defRPr>
            </a:defPPr>
            <a:lvl1pPr algn="l">
              <a:defRPr sz="1650" b="0">
                <a:solidFill>
                  <a:srgbClr val="1D332D"/>
                </a:solidFill>
                <a:latin typeface="Arial"/>
                <a:ea typeface="Arial"/>
                <a:cs typeface="Arial"/>
              </a:defRPr>
            </a:lvl1pPr>
            <a:lvl2pPr algn="l">
              <a:defRPr sz="1650" b="0">
                <a:solidFill>
                  <a:srgbClr val="1D332D"/>
                </a:solidFill>
                <a:latin typeface="Arial"/>
                <a:ea typeface="Arial"/>
                <a:cs typeface="Arial"/>
              </a:defRPr>
            </a:lvl2pPr>
            <a:lvl3pPr algn="l">
              <a:defRPr sz="1650" b="0">
                <a:solidFill>
                  <a:srgbClr val="1D332D"/>
                </a:solidFill>
                <a:latin typeface="Arial"/>
                <a:ea typeface="Arial"/>
                <a:cs typeface="Arial"/>
              </a:defRPr>
            </a:lvl3pPr>
            <a:lvl4pPr algn="l">
              <a:defRPr sz="1650" b="0">
                <a:solidFill>
                  <a:srgbClr val="1D332D"/>
                </a:solidFill>
                <a:latin typeface="Arial"/>
                <a:ea typeface="Arial"/>
                <a:cs typeface="Arial"/>
              </a:defRPr>
            </a:lvl4pPr>
            <a:lvl5pPr algn="l">
              <a:defRPr sz="1650" b="0">
                <a:solidFill>
                  <a:srgbClr val="1D332D"/>
                </a:solidFill>
                <a:latin typeface="Arial"/>
                <a:ea typeface="Arial"/>
                <a:cs typeface="Arial"/>
              </a:defRPr>
            </a:lvl5pPr>
            <a:lvl6pPr algn="l">
              <a:defRPr sz="1650" b="0">
                <a:solidFill>
                  <a:srgbClr val="1D332D"/>
                </a:solidFill>
                <a:latin typeface="Arial"/>
                <a:ea typeface="Arial"/>
                <a:cs typeface="Arial"/>
              </a:defRPr>
            </a:lvl6pPr>
            <a:lvl7pPr algn="l">
              <a:defRPr sz="1650" b="0">
                <a:solidFill>
                  <a:srgbClr val="1D332D"/>
                </a:solidFill>
                <a:latin typeface="Arial"/>
                <a:ea typeface="Arial"/>
                <a:cs typeface="Arial"/>
              </a:defRPr>
            </a:lvl7pPr>
            <a:lvl8pPr algn="l">
              <a:defRPr sz="1650" b="0">
                <a:solidFill>
                  <a:srgbClr val="1D332D"/>
                </a:solidFill>
                <a:latin typeface="Arial"/>
                <a:ea typeface="Arial"/>
                <a:cs typeface="Arial"/>
              </a:defRPr>
            </a:lvl8pPr>
            <a:lvl9pPr algn="l">
              <a:defRPr sz="1650" b="0">
                <a:solidFill>
                  <a:srgbClr val="1D332D"/>
                </a:solidFill>
                <a:latin typeface="Arial"/>
                <a:ea typeface="Arial"/>
                <a:cs typeface="Arial"/>
              </a:defRPr>
            </a:lvl9pPr>
          </a:lstStyle>
          <a:p xmlns:a="http://schemas.openxmlformats.org/drawingml/2006/main">
            <a:pPr algn="l">
              <a:defRPr sz="1650" b="0">
                <a:solidFill>
                  <a:srgbClr val="1D332D"/>
                </a:solidFill>
                <a:latin typeface="Arial"/>
                <a:ea typeface="Arial"/>
                <a:cs typeface="Arial"/>
              </a:defRPr>
            </a:pPr>
            <a:r>
              <a:rPr sz="1650" b="0">
                <a:solidFill>
                  <a:srgbClr val="1D332D"/>
                </a:solidFill>
                <a:latin typeface="Arial"/>
                <a:ea typeface="Arial"/>
                <a:cs typeface="Arial"/>
              </a:rPr>
              <a:t>No MongoDB or Redis service was available, so the app uses a durable JSON store and local media queue. The same queue payload runs through the FFmpeg worker.</a:t>
            </a:r>
          </a:p>
        </p:txBody>
      </p:sp>
      <p:sp>
        <p:nvSpPr>
          <p:cNvPr id="6" name="">
            <a:extLst xmlns:a="http://schemas.openxmlformats.org/drawingml/2006/main">
              <a:ext uri="{FF2B5EF4-FFF2-40B4-BE49-F238E27FC236}">
                <a16:creationId xmlns:a16="http://schemas.microsoft.com/office/drawing/2014/main" id="{4FC7009A-55B8-4890-9FF9-4CC5A9594E7C}"/>
              </a:ext>
            </a:extLst>
          </p:cNvPr>
          <p:cNvSpPr>
            <a:spLocks xmlns:a="http://schemas.openxmlformats.org/drawingml/2006/main" noGrp="1"/>
          </p:cNvSpPr>
          <p:nvPr/>
        </p:nvSpPr>
        <p:spPr>
          <a:xfrm xmlns:a="http://schemas.openxmlformats.org/drawingml/2006/main">
            <a:off x="5905500" y="1533525"/>
            <a:ext cx="19050" cy="3695700"/>
          </a:xfrm>
          <a:prstGeom xmlns:a="http://schemas.openxmlformats.org/drawingml/2006/main" prst="rect">
            <a:avLst/>
          </a:prstGeom>
          <a:solidFill xmlns:a="http://schemas.openxmlformats.org/drawingml/2006/main">
            <a:srgbClr val="DEDFD6"/>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2E61E94-6A28-4D2E-A673-CB5948FFA16F}"/>
              </a:ext>
            </a:extLst>
          </p:cNvPr>
          <p:cNvSpPr>
            <a:spLocks xmlns:a="http://schemas.openxmlformats.org/drawingml/2006/main" noGrp="1"/>
          </p:cNvSpPr>
          <p:nvPr/>
        </p:nvSpPr>
        <p:spPr>
          <a:xfrm xmlns:a="http://schemas.openxmlformats.org/drawingml/2006/main">
            <a:off x="6477000" y="15335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C47958"/>
                </a:solidFill>
                <a:latin typeface="Arial"/>
                <a:ea typeface="Arial"/>
                <a:cs typeface="Arial"/>
              </a:defRPr>
            </a:defPPr>
            <a:lvl1pPr algn="l">
              <a:defRPr sz="1350" b="1">
                <a:solidFill>
                  <a:srgbClr val="C47958"/>
                </a:solidFill>
                <a:latin typeface="Arial"/>
                <a:ea typeface="Arial"/>
                <a:cs typeface="Arial"/>
              </a:defRPr>
            </a:lvl1pPr>
            <a:lvl2pPr algn="l">
              <a:defRPr sz="1350" b="1">
                <a:solidFill>
                  <a:srgbClr val="C47958"/>
                </a:solidFill>
                <a:latin typeface="Arial"/>
                <a:ea typeface="Arial"/>
                <a:cs typeface="Arial"/>
              </a:defRPr>
            </a:lvl2pPr>
            <a:lvl3pPr algn="l">
              <a:defRPr sz="1350" b="1">
                <a:solidFill>
                  <a:srgbClr val="C47958"/>
                </a:solidFill>
                <a:latin typeface="Arial"/>
                <a:ea typeface="Arial"/>
                <a:cs typeface="Arial"/>
              </a:defRPr>
            </a:lvl3pPr>
            <a:lvl4pPr algn="l">
              <a:defRPr sz="1350" b="1">
                <a:solidFill>
                  <a:srgbClr val="C47958"/>
                </a:solidFill>
                <a:latin typeface="Arial"/>
                <a:ea typeface="Arial"/>
                <a:cs typeface="Arial"/>
              </a:defRPr>
            </a:lvl4pPr>
            <a:lvl5pPr algn="l">
              <a:defRPr sz="1350" b="1">
                <a:solidFill>
                  <a:srgbClr val="C47958"/>
                </a:solidFill>
                <a:latin typeface="Arial"/>
                <a:ea typeface="Arial"/>
                <a:cs typeface="Arial"/>
              </a:defRPr>
            </a:lvl5pPr>
            <a:lvl6pPr algn="l">
              <a:defRPr sz="1350" b="1">
                <a:solidFill>
                  <a:srgbClr val="C47958"/>
                </a:solidFill>
                <a:latin typeface="Arial"/>
                <a:ea typeface="Arial"/>
                <a:cs typeface="Arial"/>
              </a:defRPr>
            </a:lvl6pPr>
            <a:lvl7pPr algn="l">
              <a:defRPr sz="1350" b="1">
                <a:solidFill>
                  <a:srgbClr val="C47958"/>
                </a:solidFill>
                <a:latin typeface="Arial"/>
                <a:ea typeface="Arial"/>
                <a:cs typeface="Arial"/>
              </a:defRPr>
            </a:lvl7pPr>
            <a:lvl8pPr algn="l">
              <a:defRPr sz="1350" b="1">
                <a:solidFill>
                  <a:srgbClr val="C47958"/>
                </a:solidFill>
                <a:latin typeface="Arial"/>
                <a:ea typeface="Arial"/>
                <a:cs typeface="Arial"/>
              </a:defRPr>
            </a:lvl8pPr>
            <a:lvl9pPr algn="l">
              <a:defRPr sz="1350" b="1">
                <a:solidFill>
                  <a:srgbClr val="C47958"/>
                </a:solidFill>
                <a:latin typeface="Arial"/>
                <a:ea typeface="Arial"/>
                <a:cs typeface="Arial"/>
              </a:defRPr>
            </a:lvl9pPr>
          </a:lstStyle>
          <a:p xmlns:a="http://schemas.openxmlformats.org/drawingml/2006/main">
            <a:pPr algn="l">
              <a:defRPr sz="1350" b="1">
                <a:solidFill>
                  <a:srgbClr val="C47958"/>
                </a:solidFill>
                <a:latin typeface="Arial"/>
                <a:ea typeface="Arial"/>
                <a:cs typeface="Arial"/>
              </a:defRPr>
            </a:pPr>
            <a:r>
              <a:rPr sz="1350" b="1">
                <a:solidFill>
                  <a:srgbClr val="C47958"/>
                </a:solidFill>
                <a:latin typeface="Arial"/>
                <a:ea typeface="Arial"/>
                <a:cs typeface="Arial"/>
              </a:rPr>
              <a:t>NOT YET VERIFIED</a:t>
            </a:r>
          </a:p>
        </p:txBody>
      </p:sp>
      <p:sp>
        <p:nvSpPr>
          <p:cNvPr id="8" name="text">
            <a:extLst xmlns:a="http://schemas.openxmlformats.org/drawingml/2006/main">
              <a:ext uri="{FF2B5EF4-FFF2-40B4-BE49-F238E27FC236}">
                <a16:creationId xmlns:a16="http://schemas.microsoft.com/office/drawing/2014/main" id="{2C8AA901-2266-4A7B-96A8-CA7595DE9C16}"/>
              </a:ext>
            </a:extLst>
          </p:cNvPr>
          <p:cNvSpPr>
            <a:spLocks xmlns:a="http://schemas.openxmlformats.org/drawingml/2006/main" noGrp="1"/>
          </p:cNvSpPr>
          <p:nvPr/>
        </p:nvSpPr>
        <p:spPr>
          <a:xfrm xmlns:a="http://schemas.openxmlformats.org/drawingml/2006/main">
            <a:off x="6477000" y="2057400"/>
            <a:ext cx="4667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1D332D"/>
                </a:solidFill>
                <a:latin typeface="Arial"/>
                <a:ea typeface="Arial"/>
                <a:cs typeface="Arial"/>
              </a:defRPr>
            </a:defPPr>
            <a:lvl1pPr algn="l">
              <a:defRPr sz="1650" b="0">
                <a:solidFill>
                  <a:srgbClr val="1D332D"/>
                </a:solidFill>
                <a:latin typeface="Arial"/>
                <a:ea typeface="Arial"/>
                <a:cs typeface="Arial"/>
              </a:defRPr>
            </a:lvl1pPr>
            <a:lvl2pPr algn="l">
              <a:defRPr sz="1650" b="0">
                <a:solidFill>
                  <a:srgbClr val="1D332D"/>
                </a:solidFill>
                <a:latin typeface="Arial"/>
                <a:ea typeface="Arial"/>
                <a:cs typeface="Arial"/>
              </a:defRPr>
            </a:lvl2pPr>
            <a:lvl3pPr algn="l">
              <a:defRPr sz="1650" b="0">
                <a:solidFill>
                  <a:srgbClr val="1D332D"/>
                </a:solidFill>
                <a:latin typeface="Arial"/>
                <a:ea typeface="Arial"/>
                <a:cs typeface="Arial"/>
              </a:defRPr>
            </a:lvl3pPr>
            <a:lvl4pPr algn="l">
              <a:defRPr sz="1650" b="0">
                <a:solidFill>
                  <a:srgbClr val="1D332D"/>
                </a:solidFill>
                <a:latin typeface="Arial"/>
                <a:ea typeface="Arial"/>
                <a:cs typeface="Arial"/>
              </a:defRPr>
            </a:lvl4pPr>
            <a:lvl5pPr algn="l">
              <a:defRPr sz="1650" b="0">
                <a:solidFill>
                  <a:srgbClr val="1D332D"/>
                </a:solidFill>
                <a:latin typeface="Arial"/>
                <a:ea typeface="Arial"/>
                <a:cs typeface="Arial"/>
              </a:defRPr>
            </a:lvl5pPr>
            <a:lvl6pPr algn="l">
              <a:defRPr sz="1650" b="0">
                <a:solidFill>
                  <a:srgbClr val="1D332D"/>
                </a:solidFill>
                <a:latin typeface="Arial"/>
                <a:ea typeface="Arial"/>
                <a:cs typeface="Arial"/>
              </a:defRPr>
            </a:lvl6pPr>
            <a:lvl7pPr algn="l">
              <a:defRPr sz="1650" b="0">
                <a:solidFill>
                  <a:srgbClr val="1D332D"/>
                </a:solidFill>
                <a:latin typeface="Arial"/>
                <a:ea typeface="Arial"/>
                <a:cs typeface="Arial"/>
              </a:defRPr>
            </a:lvl7pPr>
            <a:lvl8pPr algn="l">
              <a:defRPr sz="1650" b="0">
                <a:solidFill>
                  <a:srgbClr val="1D332D"/>
                </a:solidFill>
                <a:latin typeface="Arial"/>
                <a:ea typeface="Arial"/>
                <a:cs typeface="Arial"/>
              </a:defRPr>
            </a:lvl8pPr>
            <a:lvl9pPr algn="l">
              <a:defRPr sz="1650" b="0">
                <a:solidFill>
                  <a:srgbClr val="1D332D"/>
                </a:solidFill>
                <a:latin typeface="Arial"/>
                <a:ea typeface="Arial"/>
                <a:cs typeface="Arial"/>
              </a:defRPr>
            </a:lvl9pPr>
          </a:lstStyle>
          <a:p xmlns:a="http://schemas.openxmlformats.org/drawingml/2006/main">
            <a:pPr algn="l">
              <a:defRPr sz="1650" b="0">
                <a:solidFill>
                  <a:srgbClr val="1D332D"/>
                </a:solidFill>
                <a:latin typeface="Arial"/>
                <a:ea typeface="Arial"/>
                <a:cs typeface="Arial"/>
              </a:defRPr>
            </a:pPr>
            <a:r>
              <a:rPr sz="1650" b="0">
                <a:solidFill>
                  <a:srgbClr val="1D332D"/>
                </a:solidFill>
                <a:latin typeface="Arial"/>
                <a:ea typeface="Arial"/>
                <a:cs typeface="Arial"/>
              </a:rPr>
              <a:t>AWS S3/CloudFront, Stripe, and LiveKit credentials were not configured. Provider adapters are implemented, but real external service flows still need integration runs.</a:t>
            </a:r>
          </a:p>
        </p:txBody>
      </p:sp>
      <p:sp>
        <p:nvSpPr>
          <p:cNvPr id="9" name="text">
            <a:extLst xmlns:a="http://schemas.openxmlformats.org/drawingml/2006/main">
              <a:ext uri="{FF2B5EF4-FFF2-40B4-BE49-F238E27FC236}">
                <a16:creationId xmlns:a16="http://schemas.microsoft.com/office/drawing/2014/main" id="{BB605E3D-2968-41AC-8E72-E75B0ED0B71C}"/>
              </a:ext>
            </a:extLst>
          </p:cNvPr>
          <p:cNvSpPr>
            <a:spLocks xmlns:a="http://schemas.openxmlformats.org/drawingml/2006/main" noGrp="1"/>
          </p:cNvSpPr>
          <p:nvPr/>
        </p:nvSpPr>
        <p:spPr>
          <a:xfrm xmlns:a="http://schemas.openxmlformats.org/drawingml/2006/main">
            <a:off x="666750" y="447675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00" b="1">
                <a:solidFill>
                  <a:srgbClr val="315B4A"/>
                </a:solidFill>
                <a:latin typeface="Arial"/>
                <a:ea typeface="Arial"/>
                <a:cs typeface="Arial"/>
              </a:defRPr>
            </a:defPPr>
            <a:lvl1pPr algn="l">
              <a:defRPr sz="1500" b="1">
                <a:solidFill>
                  <a:srgbClr val="315B4A"/>
                </a:solidFill>
                <a:latin typeface="Arial"/>
                <a:ea typeface="Arial"/>
                <a:cs typeface="Arial"/>
              </a:defRPr>
            </a:lvl1pPr>
            <a:lvl2pPr algn="l">
              <a:defRPr sz="1500" b="1">
                <a:solidFill>
                  <a:srgbClr val="315B4A"/>
                </a:solidFill>
                <a:latin typeface="Arial"/>
                <a:ea typeface="Arial"/>
                <a:cs typeface="Arial"/>
              </a:defRPr>
            </a:lvl2pPr>
            <a:lvl3pPr algn="l">
              <a:defRPr sz="1500" b="1">
                <a:solidFill>
                  <a:srgbClr val="315B4A"/>
                </a:solidFill>
                <a:latin typeface="Arial"/>
                <a:ea typeface="Arial"/>
                <a:cs typeface="Arial"/>
              </a:defRPr>
            </a:lvl3pPr>
            <a:lvl4pPr algn="l">
              <a:defRPr sz="1500" b="1">
                <a:solidFill>
                  <a:srgbClr val="315B4A"/>
                </a:solidFill>
                <a:latin typeface="Arial"/>
                <a:ea typeface="Arial"/>
                <a:cs typeface="Arial"/>
              </a:defRPr>
            </a:lvl4pPr>
            <a:lvl5pPr algn="l">
              <a:defRPr sz="1500" b="1">
                <a:solidFill>
                  <a:srgbClr val="315B4A"/>
                </a:solidFill>
                <a:latin typeface="Arial"/>
                <a:ea typeface="Arial"/>
                <a:cs typeface="Arial"/>
              </a:defRPr>
            </a:lvl5pPr>
            <a:lvl6pPr algn="l">
              <a:defRPr sz="1500" b="1">
                <a:solidFill>
                  <a:srgbClr val="315B4A"/>
                </a:solidFill>
                <a:latin typeface="Arial"/>
                <a:ea typeface="Arial"/>
                <a:cs typeface="Arial"/>
              </a:defRPr>
            </a:lvl6pPr>
            <a:lvl7pPr algn="l">
              <a:defRPr sz="1500" b="1">
                <a:solidFill>
                  <a:srgbClr val="315B4A"/>
                </a:solidFill>
                <a:latin typeface="Arial"/>
                <a:ea typeface="Arial"/>
                <a:cs typeface="Arial"/>
              </a:defRPr>
            </a:lvl7pPr>
            <a:lvl8pPr algn="l">
              <a:defRPr sz="1500" b="1">
                <a:solidFill>
                  <a:srgbClr val="315B4A"/>
                </a:solidFill>
                <a:latin typeface="Arial"/>
                <a:ea typeface="Arial"/>
                <a:cs typeface="Arial"/>
              </a:defRPr>
            </a:lvl8pPr>
            <a:lvl9pPr algn="l">
              <a:defRPr sz="1500" b="1">
                <a:solidFill>
                  <a:srgbClr val="315B4A"/>
                </a:solidFill>
                <a:latin typeface="Arial"/>
                <a:ea typeface="Arial"/>
                <a:cs typeface="Arial"/>
              </a:defRPr>
            </a:lvl9pPr>
          </a:lstStyle>
          <a:p xmlns:a="http://schemas.openxmlformats.org/drawingml/2006/main">
            <a:pPr algn="l">
              <a:defRPr sz="1500" b="1">
                <a:solidFill>
                  <a:srgbClr val="315B4A"/>
                </a:solidFill>
                <a:latin typeface="Arial"/>
                <a:ea typeface="Arial"/>
                <a:cs typeface="Arial"/>
              </a:defRPr>
            </a:pPr>
            <a:r>
              <a:rPr sz="1500" b="1">
                <a:solidFill>
                  <a:srgbClr val="315B4A"/>
                </a:solidFill>
                <a:latin typeface="Arial"/>
                <a:ea typeface="Arial"/>
                <a:cs typeface="Arial"/>
              </a:rPr>
              <a:t>Automated Playwright user journeys, email verification, password recovery, and deployed hosting are future work.</a:t>
            </a:r>
          </a:p>
        </p:txBody>
      </p:sp>
    </p:spTree>
    <p:extLst>
      <p:ext uri="{BB962C8B-B14F-4D97-AF65-F5344CB8AC3E}">
        <p14:creationId xmlns:p14="http://schemas.microsoft.com/office/powerpoint/2010/main" val="1721749211"/>
      </p:ext>
    </p:extLst>
  </p:cSld>
</p:sld>
</file>

<file path=ppt/slides/slide10.xml><?xml version="1.0" encoding="utf-8"?>
<p:sld xmlns:p="http://schemas.openxmlformats.org/presentationml/2006/main">
  <p:cSld>
    <p:bg>
      <p:bgPr>
        <a:solidFill xmlns:a="http://schemas.openxmlformats.org/drawingml/2006/main">
          <a:srgbClr val="1D332D"/>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76A53F4-354C-449B-A651-8D06D87E6A58}"/>
              </a:ext>
            </a:extLst>
          </p:cNvPr>
          <p:cNvSpPr>
            <a:spLocks xmlns:a="http://schemas.openxmlformats.org/drawingml/2006/main" noGrp="1"/>
          </p:cNvSpPr>
          <p:nvPr/>
        </p:nvSpPr>
        <p:spPr>
          <a:xfrm xmlns:a="http://schemas.openxmlformats.org/drawingml/2006/main">
            <a:off x="666750" y="43815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3150" b="1">
                <a:solidFill>
                  <a:srgbClr val="FFFEFA"/>
                </a:solidFill>
                <a:latin typeface="Arial"/>
                <a:ea typeface="Arial"/>
                <a:cs typeface="Arial"/>
              </a:defRPr>
            </a:defPPr>
            <a:lvl1pPr algn="l">
              <a:defRPr sz="3150" b="1">
                <a:solidFill>
                  <a:srgbClr val="FFFEFA"/>
                </a:solidFill>
                <a:latin typeface="Arial"/>
                <a:ea typeface="Arial"/>
                <a:cs typeface="Arial"/>
              </a:defRPr>
            </a:lvl1pPr>
            <a:lvl2pPr algn="l">
              <a:defRPr sz="3150" b="1">
                <a:solidFill>
                  <a:srgbClr val="FFFEFA"/>
                </a:solidFill>
                <a:latin typeface="Arial"/>
                <a:ea typeface="Arial"/>
                <a:cs typeface="Arial"/>
              </a:defRPr>
            </a:lvl2pPr>
            <a:lvl3pPr algn="l">
              <a:defRPr sz="3150" b="1">
                <a:solidFill>
                  <a:srgbClr val="FFFEFA"/>
                </a:solidFill>
                <a:latin typeface="Arial"/>
                <a:ea typeface="Arial"/>
                <a:cs typeface="Arial"/>
              </a:defRPr>
            </a:lvl3pPr>
            <a:lvl4pPr algn="l">
              <a:defRPr sz="3150" b="1">
                <a:solidFill>
                  <a:srgbClr val="FFFEFA"/>
                </a:solidFill>
                <a:latin typeface="Arial"/>
                <a:ea typeface="Arial"/>
                <a:cs typeface="Arial"/>
              </a:defRPr>
            </a:lvl4pPr>
            <a:lvl5pPr algn="l">
              <a:defRPr sz="3150" b="1">
                <a:solidFill>
                  <a:srgbClr val="FFFEFA"/>
                </a:solidFill>
                <a:latin typeface="Arial"/>
                <a:ea typeface="Arial"/>
                <a:cs typeface="Arial"/>
              </a:defRPr>
            </a:lvl5pPr>
            <a:lvl6pPr algn="l">
              <a:defRPr sz="3150" b="1">
                <a:solidFill>
                  <a:srgbClr val="FFFEFA"/>
                </a:solidFill>
                <a:latin typeface="Arial"/>
                <a:ea typeface="Arial"/>
                <a:cs typeface="Arial"/>
              </a:defRPr>
            </a:lvl6pPr>
            <a:lvl7pPr algn="l">
              <a:defRPr sz="3150" b="1">
                <a:solidFill>
                  <a:srgbClr val="FFFEFA"/>
                </a:solidFill>
                <a:latin typeface="Arial"/>
                <a:ea typeface="Arial"/>
                <a:cs typeface="Arial"/>
              </a:defRPr>
            </a:lvl7pPr>
            <a:lvl8pPr algn="l">
              <a:defRPr sz="3150" b="1">
                <a:solidFill>
                  <a:srgbClr val="FFFEFA"/>
                </a:solidFill>
                <a:latin typeface="Arial"/>
                <a:ea typeface="Arial"/>
                <a:cs typeface="Arial"/>
              </a:defRPr>
            </a:lvl8pPr>
            <a:lvl9pPr algn="l">
              <a:defRPr sz="3150" b="1">
                <a:solidFill>
                  <a:srgbClr val="FFFEFA"/>
                </a:solidFill>
                <a:latin typeface="Arial"/>
                <a:ea typeface="Arial"/>
                <a:cs typeface="Arial"/>
              </a:defRPr>
            </a:lvl9pPr>
          </a:lstStyle>
          <a:p xmlns:a="http://schemas.openxmlformats.org/drawingml/2006/main">
            <a:pPr algn="l">
              <a:defRPr sz="3150" b="1">
                <a:solidFill>
                  <a:srgbClr val="FFFEFA"/>
                </a:solidFill>
                <a:latin typeface="Arial"/>
                <a:ea typeface="Arial"/>
                <a:cs typeface="Arial"/>
              </a:defRPr>
            </a:pPr>
            <a:r>
              <a:rPr sz="3150" b="1">
                <a:solidFill>
                  <a:srgbClr val="FFFEFA"/>
                </a:solidFill>
                <a:latin typeface="Arial"/>
                <a:ea typeface="Arial"/>
                <a:cs typeface="Arial"/>
              </a:rPr>
              <a:t>Next steps and demo handoff</a:t>
            </a:r>
          </a:p>
        </p:txBody>
      </p:sp>
      <p:sp>
        <p:nvSpPr>
          <p:cNvPr id="2" name="">
            <a:extLst xmlns:a="http://schemas.openxmlformats.org/drawingml/2006/main">
              <a:ext uri="{FF2B5EF4-FFF2-40B4-BE49-F238E27FC236}">
                <a16:creationId xmlns:a16="http://schemas.microsoft.com/office/drawing/2014/main" id="{9128582C-2F54-4C93-BD3F-8BBF99FEE4AD}"/>
              </a:ext>
            </a:extLst>
          </p:cNvPr>
          <p:cNvSpPr>
            <a:spLocks xmlns:a="http://schemas.openxmlformats.org/drawingml/2006/main" noGrp="1"/>
          </p:cNvSpPr>
          <p:nvPr/>
        </p:nvSpPr>
        <p:spPr>
          <a:xfrm xmlns:a="http://schemas.openxmlformats.org/drawingml/2006/main">
            <a:off x="666750" y="1104900"/>
            <a:ext cx="10858500" cy="9525"/>
          </a:xfrm>
          <a:prstGeom xmlns:a="http://schemas.openxmlformats.org/drawingml/2006/main" prst="rect">
            <a:avLst/>
          </a:prstGeom>
          <a:solidFill xmlns:a="http://schemas.openxmlformats.org/drawingml/2006/main">
            <a:srgbClr val="456456"/>
          </a:solidFill>
          <a:ln xmlns:a="http://schemas.openxmlformats.org/drawingml/2006/main" w="0">
            <a:noFill/>
            <a:prstDash val="solid"/>
          </a:ln>
        </p:spPr>
      </p:sp>
      <p:sp>
        <p:nvSpPr>
          <p:cNvPr id="3" name="presentation-timing">
            <a:extLst xmlns:a="http://schemas.openxmlformats.org/drawingml/2006/main">
              <a:ext uri="{FF2B5EF4-FFF2-40B4-BE49-F238E27FC236}">
                <a16:creationId xmlns:a16="http://schemas.microsoft.com/office/drawing/2014/main" id="{F577633E-1576-450F-BA7B-789F30E70280}"/>
              </a:ext>
            </a:extLst>
          </p:cNvPr>
          <p:cNvSpPr>
            <a:spLocks xmlns:a="http://schemas.openxmlformats.org/drawingml/2006/main" noGrp="1"/>
          </p:cNvSpPr>
          <p:nvPr/>
        </p:nvSpPr>
        <p:spPr>
          <a:xfrm xmlns:a="http://schemas.openxmlformats.org/drawingml/2006/main">
            <a:off x="10096500" y="6419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r">
              <a:defRPr sz="1050" b="1">
                <a:solidFill>
                  <a:srgbClr val="8CA58D"/>
                </a:solidFill>
                <a:latin typeface="Arial"/>
                <a:ea typeface="Arial"/>
                <a:cs typeface="Arial"/>
              </a:defRPr>
            </a:defPPr>
            <a:lvl1pPr algn="r">
              <a:defRPr sz="1050" b="1">
                <a:solidFill>
                  <a:srgbClr val="8CA58D"/>
                </a:solidFill>
                <a:latin typeface="Arial"/>
                <a:ea typeface="Arial"/>
                <a:cs typeface="Arial"/>
              </a:defRPr>
            </a:lvl1pPr>
            <a:lvl2pPr algn="r">
              <a:defRPr sz="1050" b="1">
                <a:solidFill>
                  <a:srgbClr val="8CA58D"/>
                </a:solidFill>
                <a:latin typeface="Arial"/>
                <a:ea typeface="Arial"/>
                <a:cs typeface="Arial"/>
              </a:defRPr>
            </a:lvl2pPr>
            <a:lvl3pPr algn="r">
              <a:defRPr sz="1050" b="1">
                <a:solidFill>
                  <a:srgbClr val="8CA58D"/>
                </a:solidFill>
                <a:latin typeface="Arial"/>
                <a:ea typeface="Arial"/>
                <a:cs typeface="Arial"/>
              </a:defRPr>
            </a:lvl3pPr>
            <a:lvl4pPr algn="r">
              <a:defRPr sz="1050" b="1">
                <a:solidFill>
                  <a:srgbClr val="8CA58D"/>
                </a:solidFill>
                <a:latin typeface="Arial"/>
                <a:ea typeface="Arial"/>
                <a:cs typeface="Arial"/>
              </a:defRPr>
            </a:lvl4pPr>
            <a:lvl5pPr algn="r">
              <a:defRPr sz="1050" b="1">
                <a:solidFill>
                  <a:srgbClr val="8CA58D"/>
                </a:solidFill>
                <a:latin typeface="Arial"/>
                <a:ea typeface="Arial"/>
                <a:cs typeface="Arial"/>
              </a:defRPr>
            </a:lvl5pPr>
            <a:lvl6pPr algn="r">
              <a:defRPr sz="1050" b="1">
                <a:solidFill>
                  <a:srgbClr val="8CA58D"/>
                </a:solidFill>
                <a:latin typeface="Arial"/>
                <a:ea typeface="Arial"/>
                <a:cs typeface="Arial"/>
              </a:defRPr>
            </a:lvl6pPr>
            <a:lvl7pPr algn="r">
              <a:defRPr sz="1050" b="1">
                <a:solidFill>
                  <a:srgbClr val="8CA58D"/>
                </a:solidFill>
                <a:latin typeface="Arial"/>
                <a:ea typeface="Arial"/>
                <a:cs typeface="Arial"/>
              </a:defRPr>
            </a:lvl7pPr>
            <a:lvl8pPr algn="r">
              <a:defRPr sz="1050" b="1">
                <a:solidFill>
                  <a:srgbClr val="8CA58D"/>
                </a:solidFill>
                <a:latin typeface="Arial"/>
                <a:ea typeface="Arial"/>
                <a:cs typeface="Arial"/>
              </a:defRPr>
            </a:lvl8pPr>
            <a:lvl9pPr algn="r">
              <a:defRPr sz="1050" b="1">
                <a:solidFill>
                  <a:srgbClr val="8CA58D"/>
                </a:solidFill>
                <a:latin typeface="Arial"/>
                <a:ea typeface="Arial"/>
                <a:cs typeface="Arial"/>
              </a:defRPr>
            </a:lvl9pPr>
          </a:lstStyle>
          <a:p xmlns:a="http://schemas.openxmlformats.org/drawingml/2006/main">
            <a:pPr algn="r">
              <a:defRPr sz="1050" b="1">
                <a:solidFill>
                  <a:srgbClr val="8CA58D"/>
                </a:solidFill>
                <a:latin typeface="Arial"/>
                <a:ea typeface="Arial"/>
                <a:cs typeface="Arial"/>
              </a:defRPr>
            </a:pPr>
            <a:r>
              <a:rPr sz="1050" b="1">
                <a:solidFill>
                  <a:srgbClr val="8CA58D"/>
                </a:solidFill>
                <a:latin typeface="Arial"/>
                <a:ea typeface="Arial"/>
                <a:cs typeface="Arial"/>
              </a:rPr>
              <a:t>09:15–10:00</a:t>
            </a:r>
          </a:p>
        </p:txBody>
      </p:sp>
      <p:sp>
        <p:nvSpPr>
          <p:cNvPr id="4" name="text">
            <a:extLst xmlns:a="http://schemas.openxmlformats.org/drawingml/2006/main">
              <a:ext uri="{FF2B5EF4-FFF2-40B4-BE49-F238E27FC236}">
                <a16:creationId xmlns:a16="http://schemas.microsoft.com/office/drawing/2014/main" id="{14CF599B-484C-4A96-AA31-6E6CBC5AA268}"/>
              </a:ext>
            </a:extLst>
          </p:cNvPr>
          <p:cNvSpPr>
            <a:spLocks xmlns:a="http://schemas.openxmlformats.org/drawingml/2006/main" noGrp="1"/>
          </p:cNvSpPr>
          <p:nvPr/>
        </p:nvSpPr>
        <p:spPr>
          <a:xfrm xmlns:a="http://schemas.openxmlformats.org/drawingml/2006/main">
            <a:off x="666750" y="154305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850" b="1">
                <a:solidFill>
                  <a:srgbClr val="8CA58D"/>
                </a:solidFill>
                <a:latin typeface="Arial"/>
                <a:ea typeface="Arial"/>
                <a:cs typeface="Arial"/>
              </a:defRPr>
            </a:defPPr>
            <a:lvl1pPr algn="l">
              <a:defRPr sz="2850" b="1">
                <a:solidFill>
                  <a:srgbClr val="8CA58D"/>
                </a:solidFill>
                <a:latin typeface="Arial"/>
                <a:ea typeface="Arial"/>
                <a:cs typeface="Arial"/>
              </a:defRPr>
            </a:lvl1pPr>
            <a:lvl2pPr algn="l">
              <a:defRPr sz="2850" b="1">
                <a:solidFill>
                  <a:srgbClr val="8CA58D"/>
                </a:solidFill>
                <a:latin typeface="Arial"/>
                <a:ea typeface="Arial"/>
                <a:cs typeface="Arial"/>
              </a:defRPr>
            </a:lvl2pPr>
            <a:lvl3pPr algn="l">
              <a:defRPr sz="2850" b="1">
                <a:solidFill>
                  <a:srgbClr val="8CA58D"/>
                </a:solidFill>
                <a:latin typeface="Arial"/>
                <a:ea typeface="Arial"/>
                <a:cs typeface="Arial"/>
              </a:defRPr>
            </a:lvl3pPr>
            <a:lvl4pPr algn="l">
              <a:defRPr sz="2850" b="1">
                <a:solidFill>
                  <a:srgbClr val="8CA58D"/>
                </a:solidFill>
                <a:latin typeface="Arial"/>
                <a:ea typeface="Arial"/>
                <a:cs typeface="Arial"/>
              </a:defRPr>
            </a:lvl4pPr>
            <a:lvl5pPr algn="l">
              <a:defRPr sz="2850" b="1">
                <a:solidFill>
                  <a:srgbClr val="8CA58D"/>
                </a:solidFill>
                <a:latin typeface="Arial"/>
                <a:ea typeface="Arial"/>
                <a:cs typeface="Arial"/>
              </a:defRPr>
            </a:lvl5pPr>
            <a:lvl6pPr algn="l">
              <a:defRPr sz="2850" b="1">
                <a:solidFill>
                  <a:srgbClr val="8CA58D"/>
                </a:solidFill>
                <a:latin typeface="Arial"/>
                <a:ea typeface="Arial"/>
                <a:cs typeface="Arial"/>
              </a:defRPr>
            </a:lvl6pPr>
            <a:lvl7pPr algn="l">
              <a:defRPr sz="2850" b="1">
                <a:solidFill>
                  <a:srgbClr val="8CA58D"/>
                </a:solidFill>
                <a:latin typeface="Arial"/>
                <a:ea typeface="Arial"/>
                <a:cs typeface="Arial"/>
              </a:defRPr>
            </a:lvl7pPr>
            <a:lvl8pPr algn="l">
              <a:defRPr sz="2850" b="1">
                <a:solidFill>
                  <a:srgbClr val="8CA58D"/>
                </a:solidFill>
                <a:latin typeface="Arial"/>
                <a:ea typeface="Arial"/>
                <a:cs typeface="Arial"/>
              </a:defRPr>
            </a:lvl8pPr>
            <a:lvl9pPr algn="l">
              <a:defRPr sz="2850" b="1">
                <a:solidFill>
                  <a:srgbClr val="8CA58D"/>
                </a:solidFill>
                <a:latin typeface="Arial"/>
                <a:ea typeface="Arial"/>
                <a:cs typeface="Arial"/>
              </a:defRPr>
            </a:lvl9pPr>
          </a:lstStyle>
          <a:p xmlns:a="http://schemas.openxmlformats.org/drawingml/2006/main">
            <a:pPr algn="l">
              <a:defRPr sz="2850" b="1">
                <a:solidFill>
                  <a:srgbClr val="8CA58D"/>
                </a:solidFill>
                <a:latin typeface="Arial"/>
                <a:ea typeface="Arial"/>
                <a:cs typeface="Arial"/>
              </a:defRPr>
            </a:pPr>
            <a:r>
              <a:rPr sz="2850" b="1">
                <a:solidFill>
                  <a:srgbClr val="8CA58D"/>
                </a:solidFill>
                <a:latin typeface="Arial"/>
                <a:ea typeface="Arial"/>
                <a:cs typeface="Arial"/>
              </a:rPr>
              <a:t>1</a:t>
            </a:r>
          </a:p>
        </p:txBody>
      </p:sp>
      <p:sp>
        <p:nvSpPr>
          <p:cNvPr id="5" name="text">
            <a:extLst xmlns:a="http://schemas.openxmlformats.org/drawingml/2006/main">
              <a:ext uri="{FF2B5EF4-FFF2-40B4-BE49-F238E27FC236}">
                <a16:creationId xmlns:a16="http://schemas.microsoft.com/office/drawing/2014/main" id="{C4F10E65-1AA0-425D-8A7C-24848EC4E585}"/>
              </a:ext>
            </a:extLst>
          </p:cNvPr>
          <p:cNvSpPr>
            <a:spLocks xmlns:a="http://schemas.openxmlformats.org/drawingml/2006/main" noGrp="1"/>
          </p:cNvSpPr>
          <p:nvPr/>
        </p:nvSpPr>
        <p:spPr>
          <a:xfrm xmlns:a="http://schemas.openxmlformats.org/drawingml/2006/main">
            <a:off x="1352550" y="1619250"/>
            <a:ext cx="923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FFFEFA"/>
                </a:solidFill>
                <a:latin typeface="Arial"/>
                <a:ea typeface="Arial"/>
                <a:cs typeface="Arial"/>
              </a:defRPr>
            </a:defPPr>
            <a:lvl1pPr algn="l">
              <a:defRPr sz="1575" b="0">
                <a:solidFill>
                  <a:srgbClr val="FFFEFA"/>
                </a:solidFill>
                <a:latin typeface="Arial"/>
                <a:ea typeface="Arial"/>
                <a:cs typeface="Arial"/>
              </a:defRPr>
            </a:lvl1pPr>
            <a:lvl2pPr algn="l">
              <a:defRPr sz="1575" b="0">
                <a:solidFill>
                  <a:srgbClr val="FFFEFA"/>
                </a:solidFill>
                <a:latin typeface="Arial"/>
                <a:ea typeface="Arial"/>
                <a:cs typeface="Arial"/>
              </a:defRPr>
            </a:lvl2pPr>
            <a:lvl3pPr algn="l">
              <a:defRPr sz="1575" b="0">
                <a:solidFill>
                  <a:srgbClr val="FFFEFA"/>
                </a:solidFill>
                <a:latin typeface="Arial"/>
                <a:ea typeface="Arial"/>
                <a:cs typeface="Arial"/>
              </a:defRPr>
            </a:lvl3pPr>
            <a:lvl4pPr algn="l">
              <a:defRPr sz="1575" b="0">
                <a:solidFill>
                  <a:srgbClr val="FFFEFA"/>
                </a:solidFill>
                <a:latin typeface="Arial"/>
                <a:ea typeface="Arial"/>
                <a:cs typeface="Arial"/>
              </a:defRPr>
            </a:lvl4pPr>
            <a:lvl5pPr algn="l">
              <a:defRPr sz="1575" b="0">
                <a:solidFill>
                  <a:srgbClr val="FFFEFA"/>
                </a:solidFill>
                <a:latin typeface="Arial"/>
                <a:ea typeface="Arial"/>
                <a:cs typeface="Arial"/>
              </a:defRPr>
            </a:lvl5pPr>
            <a:lvl6pPr algn="l">
              <a:defRPr sz="1575" b="0">
                <a:solidFill>
                  <a:srgbClr val="FFFEFA"/>
                </a:solidFill>
                <a:latin typeface="Arial"/>
                <a:ea typeface="Arial"/>
                <a:cs typeface="Arial"/>
              </a:defRPr>
            </a:lvl6pPr>
            <a:lvl7pPr algn="l">
              <a:defRPr sz="1575" b="0">
                <a:solidFill>
                  <a:srgbClr val="FFFEFA"/>
                </a:solidFill>
                <a:latin typeface="Arial"/>
                <a:ea typeface="Arial"/>
                <a:cs typeface="Arial"/>
              </a:defRPr>
            </a:lvl7pPr>
            <a:lvl8pPr algn="l">
              <a:defRPr sz="1575" b="0">
                <a:solidFill>
                  <a:srgbClr val="FFFEFA"/>
                </a:solidFill>
                <a:latin typeface="Arial"/>
                <a:ea typeface="Arial"/>
                <a:cs typeface="Arial"/>
              </a:defRPr>
            </a:lvl8pPr>
            <a:lvl9pPr algn="l">
              <a:defRPr sz="1575" b="0">
                <a:solidFill>
                  <a:srgbClr val="FFFEFA"/>
                </a:solidFill>
                <a:latin typeface="Arial"/>
                <a:ea typeface="Arial"/>
                <a:cs typeface="Arial"/>
              </a:defRPr>
            </a:lvl9pPr>
          </a:lstStyle>
          <a:p xmlns:a="http://schemas.openxmlformats.org/drawingml/2006/main">
            <a:pPr algn="l">
              <a:defRPr sz="1575" b="0">
                <a:solidFill>
                  <a:srgbClr val="FFFEFA"/>
                </a:solidFill>
                <a:latin typeface="Arial"/>
                <a:ea typeface="Arial"/>
                <a:cs typeface="Arial"/>
              </a:defRPr>
            </a:pPr>
            <a:r>
              <a:rPr sz="1575" b="0">
                <a:solidFill>
                  <a:srgbClr val="FFFEFA"/>
                </a:solidFill>
                <a:latin typeface="Arial"/>
                <a:ea typeface="Arial"/>
                <a:cs typeface="Arial"/>
              </a:rPr>
              <a:t>Provision MongoDB, Redis, S3, CloudFront, Stripe test keys, and LiveKit; run the provider integration checks.</a:t>
            </a:r>
          </a:p>
        </p:txBody>
      </p:sp>
      <p:sp>
        <p:nvSpPr>
          <p:cNvPr id="6" name="text">
            <a:extLst xmlns:a="http://schemas.openxmlformats.org/drawingml/2006/main">
              <a:ext uri="{FF2B5EF4-FFF2-40B4-BE49-F238E27FC236}">
                <a16:creationId xmlns:a16="http://schemas.microsoft.com/office/drawing/2014/main" id="{65F399FD-61B9-4ABE-99D1-5F9BADC5910C}"/>
              </a:ext>
            </a:extLst>
          </p:cNvPr>
          <p:cNvSpPr>
            <a:spLocks xmlns:a="http://schemas.openxmlformats.org/drawingml/2006/main" noGrp="1"/>
          </p:cNvSpPr>
          <p:nvPr/>
        </p:nvSpPr>
        <p:spPr>
          <a:xfrm xmlns:a="http://schemas.openxmlformats.org/drawingml/2006/main">
            <a:off x="666750" y="255270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850" b="1">
                <a:solidFill>
                  <a:srgbClr val="8CA58D"/>
                </a:solidFill>
                <a:latin typeface="Arial"/>
                <a:ea typeface="Arial"/>
                <a:cs typeface="Arial"/>
              </a:defRPr>
            </a:defPPr>
            <a:lvl1pPr algn="l">
              <a:defRPr sz="2850" b="1">
                <a:solidFill>
                  <a:srgbClr val="8CA58D"/>
                </a:solidFill>
                <a:latin typeface="Arial"/>
                <a:ea typeface="Arial"/>
                <a:cs typeface="Arial"/>
              </a:defRPr>
            </a:lvl1pPr>
            <a:lvl2pPr algn="l">
              <a:defRPr sz="2850" b="1">
                <a:solidFill>
                  <a:srgbClr val="8CA58D"/>
                </a:solidFill>
                <a:latin typeface="Arial"/>
                <a:ea typeface="Arial"/>
                <a:cs typeface="Arial"/>
              </a:defRPr>
            </a:lvl2pPr>
            <a:lvl3pPr algn="l">
              <a:defRPr sz="2850" b="1">
                <a:solidFill>
                  <a:srgbClr val="8CA58D"/>
                </a:solidFill>
                <a:latin typeface="Arial"/>
                <a:ea typeface="Arial"/>
                <a:cs typeface="Arial"/>
              </a:defRPr>
            </a:lvl3pPr>
            <a:lvl4pPr algn="l">
              <a:defRPr sz="2850" b="1">
                <a:solidFill>
                  <a:srgbClr val="8CA58D"/>
                </a:solidFill>
                <a:latin typeface="Arial"/>
                <a:ea typeface="Arial"/>
                <a:cs typeface="Arial"/>
              </a:defRPr>
            </a:lvl4pPr>
            <a:lvl5pPr algn="l">
              <a:defRPr sz="2850" b="1">
                <a:solidFill>
                  <a:srgbClr val="8CA58D"/>
                </a:solidFill>
                <a:latin typeface="Arial"/>
                <a:ea typeface="Arial"/>
                <a:cs typeface="Arial"/>
              </a:defRPr>
            </a:lvl5pPr>
            <a:lvl6pPr algn="l">
              <a:defRPr sz="2850" b="1">
                <a:solidFill>
                  <a:srgbClr val="8CA58D"/>
                </a:solidFill>
                <a:latin typeface="Arial"/>
                <a:ea typeface="Arial"/>
                <a:cs typeface="Arial"/>
              </a:defRPr>
            </a:lvl6pPr>
            <a:lvl7pPr algn="l">
              <a:defRPr sz="2850" b="1">
                <a:solidFill>
                  <a:srgbClr val="8CA58D"/>
                </a:solidFill>
                <a:latin typeface="Arial"/>
                <a:ea typeface="Arial"/>
                <a:cs typeface="Arial"/>
              </a:defRPr>
            </a:lvl7pPr>
            <a:lvl8pPr algn="l">
              <a:defRPr sz="2850" b="1">
                <a:solidFill>
                  <a:srgbClr val="8CA58D"/>
                </a:solidFill>
                <a:latin typeface="Arial"/>
                <a:ea typeface="Arial"/>
                <a:cs typeface="Arial"/>
              </a:defRPr>
            </a:lvl8pPr>
            <a:lvl9pPr algn="l">
              <a:defRPr sz="2850" b="1">
                <a:solidFill>
                  <a:srgbClr val="8CA58D"/>
                </a:solidFill>
                <a:latin typeface="Arial"/>
                <a:ea typeface="Arial"/>
                <a:cs typeface="Arial"/>
              </a:defRPr>
            </a:lvl9pPr>
          </a:lstStyle>
          <a:p xmlns:a="http://schemas.openxmlformats.org/drawingml/2006/main">
            <a:pPr algn="l">
              <a:defRPr sz="2850" b="1">
                <a:solidFill>
                  <a:srgbClr val="8CA58D"/>
                </a:solidFill>
                <a:latin typeface="Arial"/>
                <a:ea typeface="Arial"/>
                <a:cs typeface="Arial"/>
              </a:defRPr>
            </a:pPr>
            <a:r>
              <a:rPr sz="2850" b="1">
                <a:solidFill>
                  <a:srgbClr val="8CA58D"/>
                </a:solidFill>
                <a:latin typeface="Arial"/>
                <a:ea typeface="Arial"/>
                <a:cs typeface="Arial"/>
              </a:rPr>
              <a:t>2</a:t>
            </a:r>
          </a:p>
        </p:txBody>
      </p:sp>
      <p:sp>
        <p:nvSpPr>
          <p:cNvPr id="7" name="text">
            <a:extLst xmlns:a="http://schemas.openxmlformats.org/drawingml/2006/main">
              <a:ext uri="{FF2B5EF4-FFF2-40B4-BE49-F238E27FC236}">
                <a16:creationId xmlns:a16="http://schemas.microsoft.com/office/drawing/2014/main" id="{74A8DD7A-06BB-44CA-909F-97BD1E4833A1}"/>
              </a:ext>
            </a:extLst>
          </p:cNvPr>
          <p:cNvSpPr>
            <a:spLocks xmlns:a="http://schemas.openxmlformats.org/drawingml/2006/main" noGrp="1"/>
          </p:cNvSpPr>
          <p:nvPr/>
        </p:nvSpPr>
        <p:spPr>
          <a:xfrm xmlns:a="http://schemas.openxmlformats.org/drawingml/2006/main">
            <a:off x="1352550" y="2628900"/>
            <a:ext cx="923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FFFEFA"/>
                </a:solidFill>
                <a:latin typeface="Arial"/>
                <a:ea typeface="Arial"/>
                <a:cs typeface="Arial"/>
              </a:defRPr>
            </a:defPPr>
            <a:lvl1pPr algn="l">
              <a:defRPr sz="1575" b="0">
                <a:solidFill>
                  <a:srgbClr val="FFFEFA"/>
                </a:solidFill>
                <a:latin typeface="Arial"/>
                <a:ea typeface="Arial"/>
                <a:cs typeface="Arial"/>
              </a:defRPr>
            </a:lvl1pPr>
            <a:lvl2pPr algn="l">
              <a:defRPr sz="1575" b="0">
                <a:solidFill>
                  <a:srgbClr val="FFFEFA"/>
                </a:solidFill>
                <a:latin typeface="Arial"/>
                <a:ea typeface="Arial"/>
                <a:cs typeface="Arial"/>
              </a:defRPr>
            </a:lvl2pPr>
            <a:lvl3pPr algn="l">
              <a:defRPr sz="1575" b="0">
                <a:solidFill>
                  <a:srgbClr val="FFFEFA"/>
                </a:solidFill>
                <a:latin typeface="Arial"/>
                <a:ea typeface="Arial"/>
                <a:cs typeface="Arial"/>
              </a:defRPr>
            </a:lvl3pPr>
            <a:lvl4pPr algn="l">
              <a:defRPr sz="1575" b="0">
                <a:solidFill>
                  <a:srgbClr val="FFFEFA"/>
                </a:solidFill>
                <a:latin typeface="Arial"/>
                <a:ea typeface="Arial"/>
                <a:cs typeface="Arial"/>
              </a:defRPr>
            </a:lvl4pPr>
            <a:lvl5pPr algn="l">
              <a:defRPr sz="1575" b="0">
                <a:solidFill>
                  <a:srgbClr val="FFFEFA"/>
                </a:solidFill>
                <a:latin typeface="Arial"/>
                <a:ea typeface="Arial"/>
                <a:cs typeface="Arial"/>
              </a:defRPr>
            </a:lvl5pPr>
            <a:lvl6pPr algn="l">
              <a:defRPr sz="1575" b="0">
                <a:solidFill>
                  <a:srgbClr val="FFFEFA"/>
                </a:solidFill>
                <a:latin typeface="Arial"/>
                <a:ea typeface="Arial"/>
                <a:cs typeface="Arial"/>
              </a:defRPr>
            </a:lvl6pPr>
            <a:lvl7pPr algn="l">
              <a:defRPr sz="1575" b="0">
                <a:solidFill>
                  <a:srgbClr val="FFFEFA"/>
                </a:solidFill>
                <a:latin typeface="Arial"/>
                <a:ea typeface="Arial"/>
                <a:cs typeface="Arial"/>
              </a:defRPr>
            </a:lvl7pPr>
            <a:lvl8pPr algn="l">
              <a:defRPr sz="1575" b="0">
                <a:solidFill>
                  <a:srgbClr val="FFFEFA"/>
                </a:solidFill>
                <a:latin typeface="Arial"/>
                <a:ea typeface="Arial"/>
                <a:cs typeface="Arial"/>
              </a:defRPr>
            </a:lvl8pPr>
            <a:lvl9pPr algn="l">
              <a:defRPr sz="1575" b="0">
                <a:solidFill>
                  <a:srgbClr val="FFFEFA"/>
                </a:solidFill>
                <a:latin typeface="Arial"/>
                <a:ea typeface="Arial"/>
                <a:cs typeface="Arial"/>
              </a:defRPr>
            </a:lvl9pPr>
          </a:lstStyle>
          <a:p xmlns:a="http://schemas.openxmlformats.org/drawingml/2006/main">
            <a:pPr algn="l">
              <a:defRPr sz="1575" b="0">
                <a:solidFill>
                  <a:srgbClr val="FFFEFA"/>
                </a:solidFill>
                <a:latin typeface="Arial"/>
                <a:ea typeface="Arial"/>
                <a:cs typeface="Arial"/>
              </a:defRPr>
            </a:pPr>
            <a:r>
              <a:rPr sz="1575" b="0">
                <a:solidFill>
                  <a:srgbClr val="FFFEFA"/>
                </a:solidFill>
                <a:latin typeface="Arial"/>
                <a:ea typeface="Arial"/>
                <a:cs typeface="Arial"/>
              </a:rPr>
              <a:t>Add Playwright workflows for student enrollment, instructor authoring, and admin review.</a:t>
            </a:r>
          </a:p>
        </p:txBody>
      </p:sp>
      <p:sp>
        <p:nvSpPr>
          <p:cNvPr id="8" name="text">
            <a:extLst xmlns:a="http://schemas.openxmlformats.org/drawingml/2006/main">
              <a:ext uri="{FF2B5EF4-FFF2-40B4-BE49-F238E27FC236}">
                <a16:creationId xmlns:a16="http://schemas.microsoft.com/office/drawing/2014/main" id="{062B341C-392A-4ED7-93C0-B54D5F3AC2BD}"/>
              </a:ext>
            </a:extLst>
          </p:cNvPr>
          <p:cNvSpPr>
            <a:spLocks xmlns:a="http://schemas.openxmlformats.org/drawingml/2006/main" noGrp="1"/>
          </p:cNvSpPr>
          <p:nvPr/>
        </p:nvSpPr>
        <p:spPr>
          <a:xfrm xmlns:a="http://schemas.openxmlformats.org/drawingml/2006/main">
            <a:off x="666750" y="356235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2850" b="1">
                <a:solidFill>
                  <a:srgbClr val="8CA58D"/>
                </a:solidFill>
                <a:latin typeface="Arial"/>
                <a:ea typeface="Arial"/>
                <a:cs typeface="Arial"/>
              </a:defRPr>
            </a:defPPr>
            <a:lvl1pPr algn="l">
              <a:defRPr sz="2850" b="1">
                <a:solidFill>
                  <a:srgbClr val="8CA58D"/>
                </a:solidFill>
                <a:latin typeface="Arial"/>
                <a:ea typeface="Arial"/>
                <a:cs typeface="Arial"/>
              </a:defRPr>
            </a:lvl1pPr>
            <a:lvl2pPr algn="l">
              <a:defRPr sz="2850" b="1">
                <a:solidFill>
                  <a:srgbClr val="8CA58D"/>
                </a:solidFill>
                <a:latin typeface="Arial"/>
                <a:ea typeface="Arial"/>
                <a:cs typeface="Arial"/>
              </a:defRPr>
            </a:lvl2pPr>
            <a:lvl3pPr algn="l">
              <a:defRPr sz="2850" b="1">
                <a:solidFill>
                  <a:srgbClr val="8CA58D"/>
                </a:solidFill>
                <a:latin typeface="Arial"/>
                <a:ea typeface="Arial"/>
                <a:cs typeface="Arial"/>
              </a:defRPr>
            </a:lvl3pPr>
            <a:lvl4pPr algn="l">
              <a:defRPr sz="2850" b="1">
                <a:solidFill>
                  <a:srgbClr val="8CA58D"/>
                </a:solidFill>
                <a:latin typeface="Arial"/>
                <a:ea typeface="Arial"/>
                <a:cs typeface="Arial"/>
              </a:defRPr>
            </a:lvl4pPr>
            <a:lvl5pPr algn="l">
              <a:defRPr sz="2850" b="1">
                <a:solidFill>
                  <a:srgbClr val="8CA58D"/>
                </a:solidFill>
                <a:latin typeface="Arial"/>
                <a:ea typeface="Arial"/>
                <a:cs typeface="Arial"/>
              </a:defRPr>
            </a:lvl5pPr>
            <a:lvl6pPr algn="l">
              <a:defRPr sz="2850" b="1">
                <a:solidFill>
                  <a:srgbClr val="8CA58D"/>
                </a:solidFill>
                <a:latin typeface="Arial"/>
                <a:ea typeface="Arial"/>
                <a:cs typeface="Arial"/>
              </a:defRPr>
            </a:lvl6pPr>
            <a:lvl7pPr algn="l">
              <a:defRPr sz="2850" b="1">
                <a:solidFill>
                  <a:srgbClr val="8CA58D"/>
                </a:solidFill>
                <a:latin typeface="Arial"/>
                <a:ea typeface="Arial"/>
                <a:cs typeface="Arial"/>
              </a:defRPr>
            </a:lvl7pPr>
            <a:lvl8pPr algn="l">
              <a:defRPr sz="2850" b="1">
                <a:solidFill>
                  <a:srgbClr val="8CA58D"/>
                </a:solidFill>
                <a:latin typeface="Arial"/>
                <a:ea typeface="Arial"/>
                <a:cs typeface="Arial"/>
              </a:defRPr>
            </a:lvl8pPr>
            <a:lvl9pPr algn="l">
              <a:defRPr sz="2850" b="1">
                <a:solidFill>
                  <a:srgbClr val="8CA58D"/>
                </a:solidFill>
                <a:latin typeface="Arial"/>
                <a:ea typeface="Arial"/>
                <a:cs typeface="Arial"/>
              </a:defRPr>
            </a:lvl9pPr>
          </a:lstStyle>
          <a:p xmlns:a="http://schemas.openxmlformats.org/drawingml/2006/main">
            <a:pPr algn="l">
              <a:defRPr sz="2850" b="1">
                <a:solidFill>
                  <a:srgbClr val="8CA58D"/>
                </a:solidFill>
                <a:latin typeface="Arial"/>
                <a:ea typeface="Arial"/>
                <a:cs typeface="Arial"/>
              </a:defRPr>
            </a:pPr>
            <a:r>
              <a:rPr sz="2850" b="1">
                <a:solidFill>
                  <a:srgbClr val="8CA58D"/>
                </a:solidFill>
                <a:latin typeface="Arial"/>
                <a:ea typeface="Arial"/>
                <a:cs typeface="Arial"/>
              </a:rPr>
              <a:t>3</a:t>
            </a:r>
          </a:p>
        </p:txBody>
      </p:sp>
      <p:sp>
        <p:nvSpPr>
          <p:cNvPr id="9" name="text">
            <a:extLst xmlns:a="http://schemas.openxmlformats.org/drawingml/2006/main">
              <a:ext uri="{FF2B5EF4-FFF2-40B4-BE49-F238E27FC236}">
                <a16:creationId xmlns:a16="http://schemas.microsoft.com/office/drawing/2014/main" id="{02F15611-09E6-461E-8EDF-8ECDB797EFBF}"/>
              </a:ext>
            </a:extLst>
          </p:cNvPr>
          <p:cNvSpPr>
            <a:spLocks xmlns:a="http://schemas.openxmlformats.org/drawingml/2006/main" noGrp="1"/>
          </p:cNvSpPr>
          <p:nvPr/>
        </p:nvSpPr>
        <p:spPr>
          <a:xfrm xmlns:a="http://schemas.openxmlformats.org/drawingml/2006/main">
            <a:off x="1352550" y="3638550"/>
            <a:ext cx="923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FFFEFA"/>
                </a:solidFill>
                <a:latin typeface="Arial"/>
                <a:ea typeface="Arial"/>
                <a:cs typeface="Arial"/>
              </a:defRPr>
            </a:defPPr>
            <a:lvl1pPr algn="l">
              <a:defRPr sz="1575" b="0">
                <a:solidFill>
                  <a:srgbClr val="FFFEFA"/>
                </a:solidFill>
                <a:latin typeface="Arial"/>
                <a:ea typeface="Arial"/>
                <a:cs typeface="Arial"/>
              </a:defRPr>
            </a:lvl1pPr>
            <a:lvl2pPr algn="l">
              <a:defRPr sz="1575" b="0">
                <a:solidFill>
                  <a:srgbClr val="FFFEFA"/>
                </a:solidFill>
                <a:latin typeface="Arial"/>
                <a:ea typeface="Arial"/>
                <a:cs typeface="Arial"/>
              </a:defRPr>
            </a:lvl2pPr>
            <a:lvl3pPr algn="l">
              <a:defRPr sz="1575" b="0">
                <a:solidFill>
                  <a:srgbClr val="FFFEFA"/>
                </a:solidFill>
                <a:latin typeface="Arial"/>
                <a:ea typeface="Arial"/>
                <a:cs typeface="Arial"/>
              </a:defRPr>
            </a:lvl3pPr>
            <a:lvl4pPr algn="l">
              <a:defRPr sz="1575" b="0">
                <a:solidFill>
                  <a:srgbClr val="FFFEFA"/>
                </a:solidFill>
                <a:latin typeface="Arial"/>
                <a:ea typeface="Arial"/>
                <a:cs typeface="Arial"/>
              </a:defRPr>
            </a:lvl4pPr>
            <a:lvl5pPr algn="l">
              <a:defRPr sz="1575" b="0">
                <a:solidFill>
                  <a:srgbClr val="FFFEFA"/>
                </a:solidFill>
                <a:latin typeface="Arial"/>
                <a:ea typeface="Arial"/>
                <a:cs typeface="Arial"/>
              </a:defRPr>
            </a:lvl5pPr>
            <a:lvl6pPr algn="l">
              <a:defRPr sz="1575" b="0">
                <a:solidFill>
                  <a:srgbClr val="FFFEFA"/>
                </a:solidFill>
                <a:latin typeface="Arial"/>
                <a:ea typeface="Arial"/>
                <a:cs typeface="Arial"/>
              </a:defRPr>
            </a:lvl6pPr>
            <a:lvl7pPr algn="l">
              <a:defRPr sz="1575" b="0">
                <a:solidFill>
                  <a:srgbClr val="FFFEFA"/>
                </a:solidFill>
                <a:latin typeface="Arial"/>
                <a:ea typeface="Arial"/>
                <a:cs typeface="Arial"/>
              </a:defRPr>
            </a:lvl7pPr>
            <a:lvl8pPr algn="l">
              <a:defRPr sz="1575" b="0">
                <a:solidFill>
                  <a:srgbClr val="FFFEFA"/>
                </a:solidFill>
                <a:latin typeface="Arial"/>
                <a:ea typeface="Arial"/>
                <a:cs typeface="Arial"/>
              </a:defRPr>
            </a:lvl8pPr>
            <a:lvl9pPr algn="l">
              <a:defRPr sz="1575" b="0">
                <a:solidFill>
                  <a:srgbClr val="FFFEFA"/>
                </a:solidFill>
                <a:latin typeface="Arial"/>
                <a:ea typeface="Arial"/>
                <a:cs typeface="Arial"/>
              </a:defRPr>
            </a:lvl9pPr>
          </a:lstStyle>
          <a:p xmlns:a="http://schemas.openxmlformats.org/drawingml/2006/main">
            <a:pPr algn="l">
              <a:defRPr sz="1575" b="0">
                <a:solidFill>
                  <a:srgbClr val="FFFEFA"/>
                </a:solidFill>
                <a:latin typeface="Arial"/>
                <a:ea typeface="Arial"/>
                <a:cs typeface="Arial"/>
              </a:defRPr>
            </a:pPr>
            <a:r>
              <a:rPr sz="1575" b="0">
                <a:solidFill>
                  <a:srgbClr val="FFFEFA"/>
                </a:solidFill>
                <a:latin typeface="Arial"/>
                <a:ea typeface="Arial"/>
                <a:cs typeface="Arial"/>
              </a:rPr>
              <a:t>Deploy web, API, and worker separately; add email verification, recovery, and payout settlement.</a:t>
            </a:r>
          </a:p>
        </p:txBody>
      </p:sp>
      <p:sp>
        <p:nvSpPr>
          <p:cNvPr id="10" name="">
            <a:extLst xmlns:a="http://schemas.openxmlformats.org/drawingml/2006/main">
              <a:ext uri="{FF2B5EF4-FFF2-40B4-BE49-F238E27FC236}">
                <a16:creationId xmlns:a16="http://schemas.microsoft.com/office/drawing/2014/main" id="{854C0F36-EE90-4982-88C4-24AD46B89EBF}"/>
              </a:ext>
            </a:extLst>
          </p:cNvPr>
          <p:cNvSpPr>
            <a:spLocks xmlns:a="http://schemas.openxmlformats.org/drawingml/2006/main" noGrp="1"/>
          </p:cNvSpPr>
          <p:nvPr/>
        </p:nvSpPr>
        <p:spPr>
          <a:xfrm xmlns:a="http://schemas.openxmlformats.org/drawingml/2006/main">
            <a:off x="666750" y="4610100"/>
            <a:ext cx="10858500" cy="9525"/>
          </a:xfrm>
          <a:prstGeom xmlns:a="http://schemas.openxmlformats.org/drawingml/2006/main" prst="rect">
            <a:avLst/>
          </a:prstGeom>
          <a:solidFill xmlns:a="http://schemas.openxmlformats.org/drawingml/2006/main">
            <a:srgbClr val="456456"/>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830E4854-5E62-4EB8-901F-D360C19C276B}"/>
              </a:ext>
            </a:extLst>
          </p:cNvPr>
          <p:cNvSpPr>
            <a:spLocks xmlns:a="http://schemas.openxmlformats.org/drawingml/2006/main" noGrp="1"/>
          </p:cNvSpPr>
          <p:nvPr/>
        </p:nvSpPr>
        <p:spPr>
          <a:xfrm xmlns:a="http://schemas.openxmlformats.org/drawingml/2006/main">
            <a:off x="666750" y="4953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350" b="1">
                <a:solidFill>
                  <a:srgbClr val="8CA58D"/>
                </a:solidFill>
                <a:latin typeface="Arial"/>
                <a:ea typeface="Arial"/>
                <a:cs typeface="Arial"/>
              </a:defRPr>
            </a:defPPr>
            <a:lvl1pPr algn="l">
              <a:defRPr sz="1350" b="1">
                <a:solidFill>
                  <a:srgbClr val="8CA58D"/>
                </a:solidFill>
                <a:latin typeface="Arial"/>
                <a:ea typeface="Arial"/>
                <a:cs typeface="Arial"/>
              </a:defRPr>
            </a:lvl1pPr>
            <a:lvl2pPr algn="l">
              <a:defRPr sz="1350" b="1">
                <a:solidFill>
                  <a:srgbClr val="8CA58D"/>
                </a:solidFill>
                <a:latin typeface="Arial"/>
                <a:ea typeface="Arial"/>
                <a:cs typeface="Arial"/>
              </a:defRPr>
            </a:lvl2pPr>
            <a:lvl3pPr algn="l">
              <a:defRPr sz="1350" b="1">
                <a:solidFill>
                  <a:srgbClr val="8CA58D"/>
                </a:solidFill>
                <a:latin typeface="Arial"/>
                <a:ea typeface="Arial"/>
                <a:cs typeface="Arial"/>
              </a:defRPr>
            </a:lvl3pPr>
            <a:lvl4pPr algn="l">
              <a:defRPr sz="1350" b="1">
                <a:solidFill>
                  <a:srgbClr val="8CA58D"/>
                </a:solidFill>
                <a:latin typeface="Arial"/>
                <a:ea typeface="Arial"/>
                <a:cs typeface="Arial"/>
              </a:defRPr>
            </a:lvl4pPr>
            <a:lvl5pPr algn="l">
              <a:defRPr sz="1350" b="1">
                <a:solidFill>
                  <a:srgbClr val="8CA58D"/>
                </a:solidFill>
                <a:latin typeface="Arial"/>
                <a:ea typeface="Arial"/>
                <a:cs typeface="Arial"/>
              </a:defRPr>
            </a:lvl5pPr>
            <a:lvl6pPr algn="l">
              <a:defRPr sz="1350" b="1">
                <a:solidFill>
                  <a:srgbClr val="8CA58D"/>
                </a:solidFill>
                <a:latin typeface="Arial"/>
                <a:ea typeface="Arial"/>
                <a:cs typeface="Arial"/>
              </a:defRPr>
            </a:lvl6pPr>
            <a:lvl7pPr algn="l">
              <a:defRPr sz="1350" b="1">
                <a:solidFill>
                  <a:srgbClr val="8CA58D"/>
                </a:solidFill>
                <a:latin typeface="Arial"/>
                <a:ea typeface="Arial"/>
                <a:cs typeface="Arial"/>
              </a:defRPr>
            </a:lvl7pPr>
            <a:lvl8pPr algn="l">
              <a:defRPr sz="1350" b="1">
                <a:solidFill>
                  <a:srgbClr val="8CA58D"/>
                </a:solidFill>
                <a:latin typeface="Arial"/>
                <a:ea typeface="Arial"/>
                <a:cs typeface="Arial"/>
              </a:defRPr>
            </a:lvl8pPr>
            <a:lvl9pPr algn="l">
              <a:defRPr sz="1350" b="1">
                <a:solidFill>
                  <a:srgbClr val="8CA58D"/>
                </a:solidFill>
                <a:latin typeface="Arial"/>
                <a:ea typeface="Arial"/>
                <a:cs typeface="Arial"/>
              </a:defRPr>
            </a:lvl9pPr>
          </a:lstStyle>
          <a:p xmlns:a="http://schemas.openxmlformats.org/drawingml/2006/main">
            <a:pPr algn="l">
              <a:defRPr sz="1350" b="1">
                <a:solidFill>
                  <a:srgbClr val="8CA58D"/>
                </a:solidFill>
                <a:latin typeface="Arial"/>
                <a:ea typeface="Arial"/>
                <a:cs typeface="Arial"/>
              </a:defRPr>
            </a:pPr>
            <a:r>
              <a:rPr sz="1350" b="1">
                <a:solidFill>
                  <a:srgbClr val="8CA58D"/>
                </a:solidFill>
                <a:latin typeface="Arial"/>
                <a:ea typeface="Arial"/>
                <a:cs typeface="Arial"/>
              </a:rPr>
              <a:t>Run locally</a:t>
            </a:r>
          </a:p>
        </p:txBody>
      </p:sp>
      <p:sp>
        <p:nvSpPr>
          <p:cNvPr id="12" name="text">
            <a:extLst xmlns:a="http://schemas.openxmlformats.org/drawingml/2006/main">
              <a:ext uri="{FF2B5EF4-FFF2-40B4-BE49-F238E27FC236}">
                <a16:creationId xmlns:a16="http://schemas.microsoft.com/office/drawing/2014/main" id="{BE92A44F-3875-4F28-BE79-ECAB3A7736BE}"/>
              </a:ext>
            </a:extLst>
          </p:cNvPr>
          <p:cNvSpPr>
            <a:spLocks xmlns:a="http://schemas.openxmlformats.org/drawingml/2006/main" noGrp="1"/>
          </p:cNvSpPr>
          <p:nvPr/>
        </p:nvSpPr>
        <p:spPr>
          <a:xfrm xmlns:a="http://schemas.openxmlformats.org/drawingml/2006/main">
            <a:off x="666750" y="5334000"/>
            <a:ext cx="695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575" b="0">
                <a:solidFill>
                  <a:srgbClr val="FFFEFA"/>
                </a:solidFill>
                <a:latin typeface="Arial"/>
                <a:ea typeface="Arial"/>
                <a:cs typeface="Arial"/>
              </a:defRPr>
            </a:defPPr>
            <a:lvl1pPr algn="l">
              <a:defRPr sz="1575" b="0">
                <a:solidFill>
                  <a:srgbClr val="FFFEFA"/>
                </a:solidFill>
                <a:latin typeface="Arial"/>
                <a:ea typeface="Arial"/>
                <a:cs typeface="Arial"/>
              </a:defRPr>
            </a:lvl1pPr>
            <a:lvl2pPr algn="l">
              <a:defRPr sz="1575" b="0">
                <a:solidFill>
                  <a:srgbClr val="FFFEFA"/>
                </a:solidFill>
                <a:latin typeface="Arial"/>
                <a:ea typeface="Arial"/>
                <a:cs typeface="Arial"/>
              </a:defRPr>
            </a:lvl2pPr>
            <a:lvl3pPr algn="l">
              <a:defRPr sz="1575" b="0">
                <a:solidFill>
                  <a:srgbClr val="FFFEFA"/>
                </a:solidFill>
                <a:latin typeface="Arial"/>
                <a:ea typeface="Arial"/>
                <a:cs typeface="Arial"/>
              </a:defRPr>
            </a:lvl3pPr>
            <a:lvl4pPr algn="l">
              <a:defRPr sz="1575" b="0">
                <a:solidFill>
                  <a:srgbClr val="FFFEFA"/>
                </a:solidFill>
                <a:latin typeface="Arial"/>
                <a:ea typeface="Arial"/>
                <a:cs typeface="Arial"/>
              </a:defRPr>
            </a:lvl4pPr>
            <a:lvl5pPr algn="l">
              <a:defRPr sz="1575" b="0">
                <a:solidFill>
                  <a:srgbClr val="FFFEFA"/>
                </a:solidFill>
                <a:latin typeface="Arial"/>
                <a:ea typeface="Arial"/>
                <a:cs typeface="Arial"/>
              </a:defRPr>
            </a:lvl5pPr>
            <a:lvl6pPr algn="l">
              <a:defRPr sz="1575" b="0">
                <a:solidFill>
                  <a:srgbClr val="FFFEFA"/>
                </a:solidFill>
                <a:latin typeface="Arial"/>
                <a:ea typeface="Arial"/>
                <a:cs typeface="Arial"/>
              </a:defRPr>
            </a:lvl6pPr>
            <a:lvl7pPr algn="l">
              <a:defRPr sz="1575" b="0">
                <a:solidFill>
                  <a:srgbClr val="FFFEFA"/>
                </a:solidFill>
                <a:latin typeface="Arial"/>
                <a:ea typeface="Arial"/>
                <a:cs typeface="Arial"/>
              </a:defRPr>
            </a:lvl7pPr>
            <a:lvl8pPr algn="l">
              <a:defRPr sz="1575" b="0">
                <a:solidFill>
                  <a:srgbClr val="FFFEFA"/>
                </a:solidFill>
                <a:latin typeface="Arial"/>
                <a:ea typeface="Arial"/>
                <a:cs typeface="Arial"/>
              </a:defRPr>
            </a:lvl8pPr>
            <a:lvl9pPr algn="l">
              <a:defRPr sz="1575" b="0">
                <a:solidFill>
                  <a:srgbClr val="FFFEFA"/>
                </a:solidFill>
                <a:latin typeface="Arial"/>
                <a:ea typeface="Arial"/>
                <a:cs typeface="Arial"/>
              </a:defRPr>
            </a:lvl9pPr>
          </a:lstStyle>
          <a:p xmlns:a="http://schemas.openxmlformats.org/drawingml/2006/main">
            <a:pPr algn="l">
              <a:defRPr sz="1575" b="0">
                <a:solidFill>
                  <a:srgbClr val="FFFEFA"/>
                </a:solidFill>
                <a:latin typeface="Arial"/>
                <a:ea typeface="Arial"/>
                <a:cs typeface="Arial"/>
              </a:defRPr>
            </a:pPr>
            <a:r>
              <a:rPr sz="1575" b="0">
                <a:solidFill>
                  <a:srgbClr val="FFFEFA"/>
                </a:solidFill>
                <a:latin typeface="Arial"/>
                <a:ea typeface="Arial"/>
                <a:cs typeface="Arial"/>
              </a:rPr>
              <a:t>npm install  ·  npm run dev  ·  npm run media:sample</a:t>
            </a:r>
          </a:p>
        </p:txBody>
      </p:sp>
      <p:sp>
        <p:nvSpPr>
          <p:cNvPr id="13" name="text">
            <a:extLst xmlns:a="http://schemas.openxmlformats.org/drawingml/2006/main">
              <a:ext uri="{FF2B5EF4-FFF2-40B4-BE49-F238E27FC236}">
                <a16:creationId xmlns:a16="http://schemas.microsoft.com/office/drawing/2014/main" id="{ADF823D7-634F-4D93-892D-0A7BA67A5878}"/>
              </a:ext>
            </a:extLst>
          </p:cNvPr>
          <p:cNvSpPr>
            <a:spLocks xmlns:a="http://schemas.openxmlformats.org/drawingml/2006/main" noGrp="1"/>
          </p:cNvSpPr>
          <p:nvPr/>
        </p:nvSpPr>
        <p:spPr>
          <a:xfrm xmlns:a="http://schemas.openxmlformats.org/drawingml/2006/main">
            <a:off x="666750" y="586740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l">
              <a:defRPr sz="1275" b="0">
                <a:solidFill>
                  <a:srgbClr val="AFC0B2"/>
                </a:solidFill>
                <a:latin typeface="Arial"/>
                <a:ea typeface="Arial"/>
                <a:cs typeface="Arial"/>
              </a:defRPr>
            </a:defPPr>
            <a:lvl1pPr algn="l">
              <a:defRPr sz="1275" b="0">
                <a:solidFill>
                  <a:srgbClr val="AFC0B2"/>
                </a:solidFill>
                <a:latin typeface="Arial"/>
                <a:ea typeface="Arial"/>
                <a:cs typeface="Arial"/>
              </a:defRPr>
            </a:lvl1pPr>
            <a:lvl2pPr algn="l">
              <a:defRPr sz="1275" b="0">
                <a:solidFill>
                  <a:srgbClr val="AFC0B2"/>
                </a:solidFill>
                <a:latin typeface="Arial"/>
                <a:ea typeface="Arial"/>
                <a:cs typeface="Arial"/>
              </a:defRPr>
            </a:lvl2pPr>
            <a:lvl3pPr algn="l">
              <a:defRPr sz="1275" b="0">
                <a:solidFill>
                  <a:srgbClr val="AFC0B2"/>
                </a:solidFill>
                <a:latin typeface="Arial"/>
                <a:ea typeface="Arial"/>
                <a:cs typeface="Arial"/>
              </a:defRPr>
            </a:lvl3pPr>
            <a:lvl4pPr algn="l">
              <a:defRPr sz="1275" b="0">
                <a:solidFill>
                  <a:srgbClr val="AFC0B2"/>
                </a:solidFill>
                <a:latin typeface="Arial"/>
                <a:ea typeface="Arial"/>
                <a:cs typeface="Arial"/>
              </a:defRPr>
            </a:lvl4pPr>
            <a:lvl5pPr algn="l">
              <a:defRPr sz="1275" b="0">
                <a:solidFill>
                  <a:srgbClr val="AFC0B2"/>
                </a:solidFill>
                <a:latin typeface="Arial"/>
                <a:ea typeface="Arial"/>
                <a:cs typeface="Arial"/>
              </a:defRPr>
            </a:lvl5pPr>
            <a:lvl6pPr algn="l">
              <a:defRPr sz="1275" b="0">
                <a:solidFill>
                  <a:srgbClr val="AFC0B2"/>
                </a:solidFill>
                <a:latin typeface="Arial"/>
                <a:ea typeface="Arial"/>
                <a:cs typeface="Arial"/>
              </a:defRPr>
            </a:lvl6pPr>
            <a:lvl7pPr algn="l">
              <a:defRPr sz="1275" b="0">
                <a:solidFill>
                  <a:srgbClr val="AFC0B2"/>
                </a:solidFill>
                <a:latin typeface="Arial"/>
                <a:ea typeface="Arial"/>
                <a:cs typeface="Arial"/>
              </a:defRPr>
            </a:lvl7pPr>
            <a:lvl8pPr algn="l">
              <a:defRPr sz="1275" b="0">
                <a:solidFill>
                  <a:srgbClr val="AFC0B2"/>
                </a:solidFill>
                <a:latin typeface="Arial"/>
                <a:ea typeface="Arial"/>
                <a:cs typeface="Arial"/>
              </a:defRPr>
            </a:lvl8pPr>
            <a:lvl9pPr algn="l">
              <a:defRPr sz="1275" b="0">
                <a:solidFill>
                  <a:srgbClr val="AFC0B2"/>
                </a:solidFill>
                <a:latin typeface="Arial"/>
                <a:ea typeface="Arial"/>
                <a:cs typeface="Arial"/>
              </a:defRPr>
            </a:lvl9pPr>
          </a:lstStyle>
          <a:p xmlns:a="http://schemas.openxmlformats.org/drawingml/2006/main">
            <a:pPr algn="l">
              <a:defRPr sz="1275" b="0">
                <a:solidFill>
                  <a:srgbClr val="AFC0B2"/>
                </a:solidFill>
                <a:latin typeface="Arial"/>
                <a:ea typeface="Arial"/>
                <a:cs typeface="Arial"/>
              </a:defRPr>
            </a:pPr>
            <a:r>
              <a:rPr sz="1275" b="0">
                <a:solidFill>
                  <a:srgbClr val="AFC0B2"/>
                </a:solidFill>
                <a:latin typeface="Arial"/>
                <a:ea typeface="Arial"/>
                <a:cs typeface="Arial"/>
              </a:rPr>
              <a:t>Web :5174   /   API :4100   /   setup: README.md</a:t>
            </a:r>
          </a:p>
        </p:txBody>
      </p:sp>
    </p:spTree>
    <p:extLst>
      <p:ext uri="{BB962C8B-B14F-4D97-AF65-F5344CB8AC3E}">
        <p14:creationId xmlns:p14="http://schemas.microsoft.com/office/powerpoint/2010/main" val="1855143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2026-10-23T21:30:12.2370000Z</dcterms:created>
  <dcterms:modified xsi:type="dcterms:W3CDTF">2026-10-23T21:30:12.2370000Z</dcterms:modified>
</coreProperties>
</file>